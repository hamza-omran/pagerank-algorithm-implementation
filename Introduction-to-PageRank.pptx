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8" r:id="rId5"/>
    <p:sldId id="259" r:id="rId6"/>
    <p:sldId id="277" r:id="rId7"/>
    <p:sldId id="260" r:id="rId8"/>
    <p:sldId id="261" r:id="rId9"/>
    <p:sldId id="278" r:id="rId10"/>
    <p:sldId id="266" r:id="rId11"/>
    <p:sldId id="273" r:id="rId12"/>
    <p:sldId id="279" r:id="rId13"/>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B6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6" d="100"/>
          <a:sy n="76" d="100"/>
        </p:scale>
        <p:origin x="12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commentAuthors" Target="commentAuthors.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Placeholder 1"/>
          <p:cNvSpPr>
            <a:spLocks noGrp="1"/>
          </p:cNvSpPr>
          <p:nvPr>
            <p:ph type="body" sz="quarter"/>
          </p:nvPr>
        </p:nvSpPr>
        <p:spPr>
          <a:xfrm>
            <a:off x="794420" y="6290400"/>
            <a:ext cx="6355358" cy="5146691"/>
          </a:xfrm>
          <a:prstGeom prst="rect">
            <a:avLst/>
          </a:prstGeom>
        </p:spPr>
        <p:txBody>
          <a:bodyPr/>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5400"/>
            </a:lvl1pPr>
          </a:lstStyle>
          <a:p>
            <a:r>
              <a:rPr lang="en-US" smtClean="0"/>
              <a:t>Click to edit Master title style</a:t>
            </a:r>
            <a:endParaRPr lang="en-US"/>
          </a:p>
        </p:txBody>
      </p:sp>
      <p:sp>
        <p:nvSpPr>
          <p:cNvPr id="3" name="Subtitle 2"/>
          <p:cNvSpPr>
            <a:spLocks noGrp="1"/>
          </p:cNvSpPr>
          <p:nvPr>
            <p:ph type="subTitle" idx="1"/>
          </p:nvPr>
        </p:nvSpPr>
        <p:spPr>
          <a:xfrm>
            <a:off x="1828800" y="4322446"/>
            <a:ext cx="10972800" cy="1986914"/>
          </a:xfrm>
        </p:spPr>
        <p:txBody>
          <a:bodyPr/>
          <a:lstStyle>
            <a:lvl1pPr marL="0" indent="0" algn="ctr">
              <a:buNone/>
              <a:defRPr sz="2160"/>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DA3D971-BD08-4105-986D-4E62801DB796}"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1" y="2051686"/>
            <a:ext cx="12618720" cy="3423284"/>
          </a:xfrm>
        </p:spPr>
        <p:txBody>
          <a:bodyPr anchor="b"/>
          <a:lstStyle>
            <a:lvl1pPr>
              <a:defRPr sz="5400"/>
            </a:lvl1pPr>
          </a:lstStyle>
          <a:p>
            <a:r>
              <a:rPr lang="en-US" smtClean="0"/>
              <a:t>Click to edit Master title style</a:t>
            </a:r>
            <a:endParaRPr lang="en-US"/>
          </a:p>
        </p:txBody>
      </p:sp>
      <p:sp>
        <p:nvSpPr>
          <p:cNvPr id="3" name="Text Placeholder 2"/>
          <p:cNvSpPr>
            <a:spLocks noGrp="1"/>
          </p:cNvSpPr>
          <p:nvPr>
            <p:ph type="body" idx="1"/>
          </p:nvPr>
        </p:nvSpPr>
        <p:spPr>
          <a:xfrm>
            <a:off x="998221" y="5507356"/>
            <a:ext cx="12618720" cy="1800224"/>
          </a:xfrm>
        </p:spPr>
        <p:txBody>
          <a:bodyPr/>
          <a:lstStyle>
            <a:lvl1pPr marL="0" indent="0">
              <a:buNone/>
              <a:defRPr sz="2160">
                <a:solidFill>
                  <a:schemeClr val="tx1">
                    <a:tint val="75000"/>
                  </a:schemeClr>
                </a:solidFill>
              </a:defRPr>
            </a:lvl1pPr>
            <a:lvl2pPr marL="411480" indent="0">
              <a:buNone/>
              <a:defRPr sz="1800">
                <a:solidFill>
                  <a:schemeClr val="tx1">
                    <a:tint val="75000"/>
                  </a:schemeClr>
                </a:solidFill>
              </a:defRPr>
            </a:lvl2pPr>
            <a:lvl3pPr marL="822960" indent="0">
              <a:buNone/>
              <a:defRPr sz="1620">
                <a:solidFill>
                  <a:schemeClr val="tx1">
                    <a:tint val="75000"/>
                  </a:schemeClr>
                </a:solidFill>
              </a:defRPr>
            </a:lvl3pPr>
            <a:lvl4pPr marL="1234440" indent="0">
              <a:buNone/>
              <a:defRPr sz="1440">
                <a:solidFill>
                  <a:schemeClr val="tx1">
                    <a:tint val="75000"/>
                  </a:schemeClr>
                </a:solidFill>
              </a:defRPr>
            </a:lvl4pPr>
            <a:lvl5pPr marL="1645920" indent="0">
              <a:buNone/>
              <a:defRPr sz="1440">
                <a:solidFill>
                  <a:schemeClr val="tx1">
                    <a:tint val="75000"/>
                  </a:schemeClr>
                </a:solidFill>
              </a:defRPr>
            </a:lvl5pPr>
            <a:lvl6pPr marL="2057400" indent="0">
              <a:buNone/>
              <a:defRPr sz="1440">
                <a:solidFill>
                  <a:schemeClr val="tx1">
                    <a:tint val="75000"/>
                  </a:schemeClr>
                </a:solidFill>
              </a:defRPr>
            </a:lvl6pPr>
            <a:lvl7pPr marL="2468880" indent="0">
              <a:buNone/>
              <a:defRPr sz="1440">
                <a:solidFill>
                  <a:schemeClr val="tx1">
                    <a:tint val="75000"/>
                  </a:schemeClr>
                </a:solidFill>
              </a:defRPr>
            </a:lvl7pPr>
            <a:lvl8pPr marL="2880360" indent="0">
              <a:buNone/>
              <a:defRPr sz="1440">
                <a:solidFill>
                  <a:schemeClr val="tx1">
                    <a:tint val="75000"/>
                  </a:schemeClr>
                </a:solidFill>
              </a:defRPr>
            </a:lvl8pPr>
            <a:lvl9pPr marL="3291840" indent="0">
              <a:buNone/>
              <a:defRPr sz="144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731520" y="1920240"/>
            <a:ext cx="6452006" cy="5431156"/>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7446874" y="1920240"/>
            <a:ext cx="6452006" cy="5431156"/>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1007746" y="3006090"/>
            <a:ext cx="6189344" cy="4421506"/>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7406640" y="3006090"/>
            <a:ext cx="6219826" cy="4421506"/>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5" cy="1920240"/>
          </a:xfrm>
        </p:spPr>
        <p:txBody>
          <a:bodyPr anchor="b"/>
          <a:lstStyle>
            <a:lvl1pPr>
              <a:defRPr sz="2880"/>
            </a:lvl1pPr>
          </a:lstStyle>
          <a:p>
            <a:r>
              <a:rPr lang="en-US" smtClean="0"/>
              <a:t>Click to edit Master title style</a:t>
            </a:r>
            <a:endParaRPr lang="en-US"/>
          </a:p>
        </p:txBody>
      </p:sp>
      <p:sp>
        <p:nvSpPr>
          <p:cNvPr id="3" name="Content Placeholder 2"/>
          <p:cNvSpPr>
            <a:spLocks noGrp="1"/>
          </p:cNvSpPr>
          <p:nvPr>
            <p:ph idx="1"/>
          </p:nvPr>
        </p:nvSpPr>
        <p:spPr>
          <a:xfrm>
            <a:off x="6219826" y="1184910"/>
            <a:ext cx="7406640" cy="5848350"/>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1007746" y="2468880"/>
            <a:ext cx="4718685" cy="4573906"/>
          </a:xfrm>
        </p:spPr>
        <p:txBody>
          <a:bodyPr/>
          <a:lstStyle>
            <a:lvl1pPr marL="0" indent="0">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5" cy="1920240"/>
          </a:xfrm>
        </p:spPr>
        <p:txBody>
          <a:bodyPr anchor="b"/>
          <a:lstStyle>
            <a:lvl1pPr>
              <a:defRPr sz="2880"/>
            </a:lvl1pPr>
          </a:lstStyle>
          <a:p>
            <a:r>
              <a:rPr lang="en-US" smtClean="0"/>
              <a:t>Click to edit Master title style</a:t>
            </a:r>
            <a:endParaRPr lang="en-US"/>
          </a:p>
        </p:txBody>
      </p:sp>
      <p:sp>
        <p:nvSpPr>
          <p:cNvPr id="3" name="Picture Placeholder 2"/>
          <p:cNvSpPr>
            <a:spLocks noGrp="1"/>
          </p:cNvSpPr>
          <p:nvPr>
            <p:ph type="pic" idx="1"/>
          </p:nvPr>
        </p:nvSpPr>
        <p:spPr>
          <a:xfrm>
            <a:off x="6219826" y="1184910"/>
            <a:ext cx="7406640" cy="584835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endParaRPr lang="en-US"/>
          </a:p>
        </p:txBody>
      </p:sp>
      <p:sp>
        <p:nvSpPr>
          <p:cNvPr id="4" name="Text Placeholder 3"/>
          <p:cNvSpPr>
            <a:spLocks noGrp="1"/>
          </p:cNvSpPr>
          <p:nvPr>
            <p:ph type="body" sz="half" idx="2"/>
          </p:nvPr>
        </p:nvSpPr>
        <p:spPr>
          <a:xfrm>
            <a:off x="1007746" y="2468880"/>
            <a:ext cx="4718685" cy="4573906"/>
          </a:xfrm>
        </p:spPr>
        <p:txBody>
          <a:bodyPr/>
          <a:lstStyle>
            <a:lvl1pPr marL="0" indent="0">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607040" y="329566"/>
            <a:ext cx="3291840" cy="702183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731520" y="329566"/>
            <a:ext cx="9684688" cy="702183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731520" y="329566"/>
            <a:ext cx="13167360" cy="13716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731520" y="1920240"/>
            <a:ext cx="13167360" cy="5431156"/>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731520" y="7494270"/>
            <a:ext cx="3413760" cy="571500"/>
          </a:xfrm>
          <a:prstGeom prst="rect">
            <a:avLst/>
          </a:prstGeom>
          <a:noFill/>
          <a:ln w="9525">
            <a:noFill/>
          </a:ln>
        </p:spPr>
        <p:txBody>
          <a:bodyPr/>
          <a:lstStyle>
            <a:lvl1pPr>
              <a:defRPr sz="168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29" name="Footer Placeholder 1028"/>
          <p:cNvSpPr/>
          <p:nvPr>
            <p:ph type="ftr" sz="quarter" idx="3"/>
          </p:nvPr>
        </p:nvSpPr>
        <p:spPr>
          <a:xfrm>
            <a:off x="4998720" y="7494270"/>
            <a:ext cx="4632960" cy="571500"/>
          </a:xfrm>
          <a:prstGeom prst="rect">
            <a:avLst/>
          </a:prstGeom>
          <a:noFill/>
          <a:ln w="9525">
            <a:noFill/>
          </a:ln>
        </p:spPr>
        <p:txBody>
          <a:bodyPr/>
          <a:lstStyle>
            <a:lvl1pPr algn="ctr">
              <a:defRPr sz="168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30" name="Slide Number Placeholder 1029"/>
          <p:cNvSpPr/>
          <p:nvPr>
            <p:ph type="sldNum" sz="quarter" idx="4"/>
          </p:nvPr>
        </p:nvSpPr>
        <p:spPr>
          <a:xfrm>
            <a:off x="10485120" y="7494270"/>
            <a:ext cx="3413760" cy="571500"/>
          </a:xfrm>
          <a:prstGeom prst="rect">
            <a:avLst/>
          </a:prstGeom>
          <a:noFill/>
          <a:ln w="9525">
            <a:noFill/>
          </a:ln>
        </p:spPr>
        <p:txBody>
          <a:bodyPr/>
          <a:lstStyle>
            <a:lvl1pPr algn="r">
              <a:defRPr sz="1680"/>
            </a:lvl1pPr>
          </a:lstStyle>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ctr" defTabSz="1097280" eaLnBrk="1" fontAlgn="base" latinLnBrk="0" hangingPunct="1">
        <a:lnSpc>
          <a:spcPct val="100000"/>
        </a:lnSpc>
        <a:spcBef>
          <a:spcPct val="0"/>
        </a:spcBef>
        <a:spcAft>
          <a:spcPct val="0"/>
        </a:spcAft>
        <a:buNone/>
        <a:defRPr sz="5280" b="0" i="0" u="none" kern="1200" baseline="0">
          <a:solidFill>
            <a:schemeClr val="tx2"/>
          </a:solidFill>
          <a:latin typeface="+mj-lt"/>
          <a:ea typeface="+mj-ea"/>
          <a:cs typeface="+mj-cs"/>
        </a:defRPr>
      </a:lvl1pPr>
    </p:titleStyle>
    <p:bodyStyle>
      <a:lvl1pPr marL="411480" lvl="0" indent="-411480" algn="l" defTabSz="1097280" eaLnBrk="1" fontAlgn="base" latinLnBrk="0" hangingPunct="1">
        <a:lnSpc>
          <a:spcPct val="100000"/>
        </a:lnSpc>
        <a:spcBef>
          <a:spcPct val="24000"/>
        </a:spcBef>
        <a:spcAft>
          <a:spcPct val="0"/>
        </a:spcAft>
        <a:buChar char="•"/>
        <a:defRPr sz="3840" b="0" i="0" u="none" kern="1200" baseline="0">
          <a:solidFill>
            <a:schemeClr val="tx1"/>
          </a:solidFill>
          <a:latin typeface="+mn-lt"/>
          <a:ea typeface="+mn-ea"/>
          <a:cs typeface="+mn-cs"/>
        </a:defRPr>
      </a:lvl1pPr>
      <a:lvl2pPr marL="891540" lvl="1" indent="-342900" algn="l" defTabSz="1097280" eaLnBrk="1" fontAlgn="base" latinLnBrk="0" hangingPunct="1">
        <a:lnSpc>
          <a:spcPct val="100000"/>
        </a:lnSpc>
        <a:spcBef>
          <a:spcPct val="24000"/>
        </a:spcBef>
        <a:spcAft>
          <a:spcPct val="0"/>
        </a:spcAft>
        <a:buChar char="–"/>
        <a:defRPr sz="3360" b="0" i="0" u="none" kern="1200" baseline="0">
          <a:solidFill>
            <a:schemeClr val="tx1"/>
          </a:solidFill>
          <a:latin typeface="+mn-lt"/>
          <a:ea typeface="+mn-ea"/>
          <a:cs typeface="+mn-cs"/>
        </a:defRPr>
      </a:lvl2pPr>
      <a:lvl3pPr marL="1371600" lvl="2" indent="-274320" algn="l" defTabSz="1097280" eaLnBrk="1" fontAlgn="base" latinLnBrk="0" hangingPunct="1">
        <a:lnSpc>
          <a:spcPct val="100000"/>
        </a:lnSpc>
        <a:spcBef>
          <a:spcPct val="24000"/>
        </a:spcBef>
        <a:spcAft>
          <a:spcPct val="0"/>
        </a:spcAft>
        <a:buChar char="•"/>
        <a:defRPr sz="2880" b="0" i="0" u="none" kern="1200" baseline="0">
          <a:solidFill>
            <a:schemeClr val="tx1"/>
          </a:solidFill>
          <a:latin typeface="+mn-lt"/>
          <a:ea typeface="+mn-ea"/>
          <a:cs typeface="+mn-cs"/>
        </a:defRPr>
      </a:lvl3pPr>
      <a:lvl4pPr marL="1920240" lvl="3" indent="-274320" algn="l" defTabSz="1097280" eaLnBrk="1" fontAlgn="base" latinLnBrk="0" hangingPunct="1">
        <a:lnSpc>
          <a:spcPct val="100000"/>
        </a:lnSpc>
        <a:spcBef>
          <a:spcPct val="24000"/>
        </a:spcBef>
        <a:spcAft>
          <a:spcPct val="0"/>
        </a:spcAft>
        <a:buChar char="–"/>
        <a:defRPr sz="2400" b="0" i="0" u="none" kern="1200" baseline="0">
          <a:solidFill>
            <a:schemeClr val="tx1"/>
          </a:solidFill>
          <a:latin typeface="+mn-lt"/>
          <a:ea typeface="+mn-ea"/>
          <a:cs typeface="+mn-cs"/>
        </a:defRPr>
      </a:lvl4pPr>
      <a:lvl5pPr marL="2468880" lvl="4" indent="-274320" algn="l" defTabSz="1097280" eaLnBrk="1" fontAlgn="base" latinLnBrk="0" hangingPunct="1">
        <a:lnSpc>
          <a:spcPct val="100000"/>
        </a:lnSpc>
        <a:spcBef>
          <a:spcPct val="24000"/>
        </a:spcBef>
        <a:spcAft>
          <a:spcPct val="0"/>
        </a:spcAft>
        <a:buChar char="»"/>
        <a:defRPr sz="2400" b="0" i="0" u="none" kern="1200" baseline="0">
          <a:solidFill>
            <a:schemeClr val="tx1"/>
          </a:solidFill>
          <a:latin typeface="+mn-lt"/>
          <a:ea typeface="+mn-ea"/>
          <a:cs typeface="+mn-cs"/>
        </a:defRPr>
      </a:lvl5pPr>
      <a:lvl6pPr marL="3017520" lvl="5" indent="-274320" algn="l" defTabSz="1097280" eaLnBrk="1" fontAlgn="base" latinLnBrk="0" hangingPunct="1">
        <a:lnSpc>
          <a:spcPct val="100000"/>
        </a:lnSpc>
        <a:spcBef>
          <a:spcPct val="24000"/>
        </a:spcBef>
        <a:spcAft>
          <a:spcPct val="0"/>
        </a:spcAft>
        <a:buChar char="»"/>
        <a:defRPr sz="2400" b="0" i="0" u="none" kern="1200" baseline="0">
          <a:solidFill>
            <a:schemeClr val="tx1"/>
          </a:solidFill>
          <a:latin typeface="+mn-lt"/>
          <a:ea typeface="+mn-ea"/>
          <a:cs typeface="+mn-cs"/>
        </a:defRPr>
      </a:lvl6pPr>
      <a:lvl7pPr marL="3566160" lvl="6" indent="-274320" algn="l" defTabSz="1097280" eaLnBrk="1" fontAlgn="base" latinLnBrk="0" hangingPunct="1">
        <a:lnSpc>
          <a:spcPct val="100000"/>
        </a:lnSpc>
        <a:spcBef>
          <a:spcPct val="24000"/>
        </a:spcBef>
        <a:spcAft>
          <a:spcPct val="0"/>
        </a:spcAft>
        <a:buChar char="»"/>
        <a:defRPr sz="2400" b="0" i="0" u="none" kern="1200" baseline="0">
          <a:solidFill>
            <a:schemeClr val="tx1"/>
          </a:solidFill>
          <a:latin typeface="+mn-lt"/>
          <a:ea typeface="+mn-ea"/>
          <a:cs typeface="+mn-cs"/>
        </a:defRPr>
      </a:lvl7pPr>
      <a:lvl8pPr marL="4114800" lvl="7" indent="-274320" algn="l" defTabSz="1097280" eaLnBrk="1" fontAlgn="base" latinLnBrk="0" hangingPunct="1">
        <a:lnSpc>
          <a:spcPct val="100000"/>
        </a:lnSpc>
        <a:spcBef>
          <a:spcPct val="24000"/>
        </a:spcBef>
        <a:spcAft>
          <a:spcPct val="0"/>
        </a:spcAft>
        <a:buChar char="»"/>
        <a:defRPr sz="2400" b="0" i="0" u="none" kern="1200" baseline="0">
          <a:solidFill>
            <a:schemeClr val="tx1"/>
          </a:solidFill>
          <a:latin typeface="+mn-lt"/>
          <a:ea typeface="+mn-ea"/>
          <a:cs typeface="+mn-cs"/>
        </a:defRPr>
      </a:lvl8pPr>
      <a:lvl9pPr marL="4663440" lvl="8" indent="-274320" algn="l" defTabSz="1097280" eaLnBrk="1" fontAlgn="base" latinLnBrk="0" hangingPunct="1">
        <a:lnSpc>
          <a:spcPct val="100000"/>
        </a:lnSpc>
        <a:spcBef>
          <a:spcPct val="24000"/>
        </a:spcBef>
        <a:spcAft>
          <a:spcPct val="0"/>
        </a:spcAft>
        <a:buChar char="»"/>
        <a:defRPr sz="2400" b="0" i="0" u="none" kern="1200" baseline="0">
          <a:solidFill>
            <a:schemeClr val="tx1"/>
          </a:solidFill>
          <a:latin typeface="+mn-lt"/>
          <a:ea typeface="+mn-ea"/>
          <a:cs typeface="+mn-cs"/>
        </a:defRPr>
      </a:lvl9pPr>
    </p:bodyStyle>
    <p:otherStyle>
      <a:lvl1pPr marL="0" lvl="0" indent="0" algn="l" defTabSz="1097280" eaLnBrk="1" fontAlgn="base" latinLnBrk="0" hangingPunct="1">
        <a:lnSpc>
          <a:spcPct val="100000"/>
        </a:lnSpc>
        <a:spcBef>
          <a:spcPct val="0"/>
        </a:spcBef>
        <a:spcAft>
          <a:spcPct val="0"/>
        </a:spcAft>
        <a:buFont typeface="Arial" panose="020B0604020202020204" pitchFamily="34" charset="0"/>
        <a:buNone/>
        <a:defRPr sz="2160" b="0" i="0" u="none" kern="1200" baseline="0">
          <a:solidFill>
            <a:schemeClr val="tx1"/>
          </a:solidFill>
          <a:latin typeface="+mn-lt"/>
          <a:ea typeface="+mn-ea"/>
          <a:cs typeface="+mn-cs"/>
        </a:defRPr>
      </a:lvl1pPr>
      <a:lvl2pPr marL="548640" lvl="1" indent="0" algn="l" defTabSz="109728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1097280" lvl="2" indent="0" algn="l" defTabSz="109728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645920" lvl="3" indent="0" algn="l" defTabSz="109728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2194560" lvl="4" indent="0" algn="l" defTabSz="109728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743200" lvl="5" indent="0" algn="l" defTabSz="109728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3291840" lvl="6" indent="0" algn="l" defTabSz="109728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840480" lvl="7" indent="0" algn="l" defTabSz="109728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4389120" lvl="8" indent="0" algn="l" defTabSz="109728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p:spPr>
        <p:txBody>
          <a:bodyPr/>
          <a:lstStyle/>
          <a:p>
            <a:endParaRPr lang="en-US"/>
          </a:p>
        </p:txBody>
      </p:sp>
      <p:sp>
        <p:nvSpPr>
          <p:cNvPr id="3" name="Shape 1"/>
          <p:cNvSpPr/>
          <p:nvPr/>
        </p:nvSpPr>
        <p:spPr>
          <a:xfrm>
            <a:off x="0" y="0"/>
            <a:ext cx="14630400" cy="8818721"/>
          </a:xfrm>
          <a:prstGeom prst="rect">
            <a:avLst/>
          </a:prstGeom>
          <a:solidFill>
            <a:srgbClr val="000000"/>
          </a:solidFill>
        </p:spPr>
        <p:txBody>
          <a:bodyPr/>
          <a:lstStyle/>
          <a:p>
            <a:endParaRPr lang="en-US"/>
          </a:p>
        </p:txBody>
      </p:sp>
      <p:pic>
        <p:nvPicPr>
          <p:cNvPr id="4" name="Image 0" descr="preencoded.png"/>
          <p:cNvPicPr>
            <a:picLocks noChangeAspect="1"/>
          </p:cNvPicPr>
          <p:nvPr/>
        </p:nvPicPr>
        <p:blipFill>
          <a:blip r:embed="rId1"/>
          <a:stretch>
            <a:fillRect/>
          </a:stretch>
        </p:blipFill>
        <p:spPr>
          <a:xfrm>
            <a:off x="0" y="0"/>
            <a:ext cx="14630400" cy="3375025"/>
          </a:xfrm>
          <a:prstGeom prst="rect">
            <a:avLst/>
          </a:prstGeom>
        </p:spPr>
      </p:pic>
      <p:sp>
        <p:nvSpPr>
          <p:cNvPr id="5" name="Text 2"/>
          <p:cNvSpPr/>
          <p:nvPr/>
        </p:nvSpPr>
        <p:spPr>
          <a:xfrm>
            <a:off x="748348" y="3720108"/>
            <a:ext cx="11344513" cy="1138238"/>
          </a:xfrm>
          <a:prstGeom prst="rect">
            <a:avLst/>
          </a:prstGeom>
          <a:noFill/>
        </p:spPr>
        <p:txBody>
          <a:bodyPr wrap="none" rtlCol="0" anchor="t"/>
          <a:lstStyle/>
          <a:p>
            <a:pPr marL="0" indent="0">
              <a:lnSpc>
                <a:spcPts val="8960"/>
              </a:lnSpc>
              <a:buNone/>
            </a:pPr>
            <a:r>
              <a:rPr lang="en-US" sz="7170" dirty="0">
                <a:solidFill>
                  <a:srgbClr val="F2F2F3"/>
                </a:solidFill>
                <a:latin typeface="Open Sans" panose="020B0606030504020204" charset="0"/>
                <a:ea typeface="Poppins" pitchFamily="34" charset="-122"/>
                <a:cs typeface="Open Sans" panose="020B0606030504020204" charset="0"/>
              </a:rPr>
              <a:t>Introduction to PageRank</a:t>
            </a:r>
            <a:endParaRPr lang="en-US" sz="7170" dirty="0">
              <a:solidFill>
                <a:srgbClr val="F2F2F3"/>
              </a:solidFill>
              <a:latin typeface="Open Sans" panose="020B0606030504020204" charset="0"/>
              <a:ea typeface="Poppins" pitchFamily="34" charset="-122"/>
              <a:cs typeface="Open Sans" panose="020B0606030504020204" charset="0"/>
            </a:endParaRPr>
          </a:p>
        </p:txBody>
      </p:sp>
      <p:sp>
        <p:nvSpPr>
          <p:cNvPr id="6" name="Text 3"/>
          <p:cNvSpPr/>
          <p:nvPr/>
        </p:nvSpPr>
        <p:spPr>
          <a:xfrm>
            <a:off x="1269048" y="5114528"/>
            <a:ext cx="12651105" cy="2533888"/>
          </a:xfrm>
          <a:prstGeom prst="rect">
            <a:avLst/>
          </a:prstGeom>
          <a:noFill/>
        </p:spPr>
        <p:txBody>
          <a:bodyPr wrap="square" rtlCol="0" anchor="t"/>
          <a:lstStyle/>
          <a:p>
            <a:pPr marL="0" indent="0">
              <a:lnSpc>
                <a:spcPts val="3325"/>
              </a:lnSpc>
              <a:buNone/>
            </a:pPr>
            <a:r>
              <a:rPr lang="en-US" sz="2080" dirty="0">
                <a:solidFill>
                  <a:srgbClr val="E5E0DF"/>
                </a:solidFill>
                <a:latin typeface="Open Sans" panose="020B0606030504020204" charset="0"/>
                <a:ea typeface="Roboto" pitchFamily="34" charset="-122"/>
                <a:cs typeface="Open Sans" panose="020B0606030504020204" charset="0"/>
              </a:rPr>
              <a:t>PageRank is a revolutionary algorithm developed by the founders of Google, Larry Page and Sergey "Brin", that revolutionized the way search engines rank and display web pages. This groundbreaking technique analyzes the relationships between websites to determine their relative importance and relevance, ultimately providing users with the most valuable and authoritative information for their queries. By understanding the core principles behind PageRank, we can gain valuable insights into the inner workings of the modern internet and how search engines continuously strive to deliver the best possible user experience.</a:t>
            </a:r>
            <a:endParaRPr lang="en-US" sz="2080" dirty="0">
              <a:solidFill>
                <a:srgbClr val="E5E0DF"/>
              </a:solidFill>
              <a:latin typeface="Open Sans" panose="020B0606030504020204" charset="0"/>
              <a:ea typeface="Roboto" pitchFamily="34" charset="-122"/>
              <a:cs typeface="Open Sans" panose="020B0606030504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p:spPr>
        <p:txBody>
          <a:bodyPr/>
          <a:lstStyle/>
          <a:p>
            <a:endParaRPr lang="en-US"/>
          </a:p>
        </p:txBody>
      </p:sp>
      <p:sp>
        <p:nvSpPr>
          <p:cNvPr id="3" name="Shape 1"/>
          <p:cNvSpPr/>
          <p:nvPr/>
        </p:nvSpPr>
        <p:spPr>
          <a:xfrm>
            <a:off x="0" y="0"/>
            <a:ext cx="14630400" cy="8229600"/>
          </a:xfrm>
          <a:prstGeom prst="rect">
            <a:avLst/>
          </a:prstGeom>
          <a:solidFill>
            <a:srgbClr val="050505"/>
          </a:solidFill>
        </p:spPr>
        <p:txBody>
          <a:bodyPr/>
          <a:lstStyle/>
          <a:p>
            <a:endParaRPr lang="en-US"/>
          </a:p>
        </p:txBody>
      </p:sp>
      <p:pic>
        <p:nvPicPr>
          <p:cNvPr id="4"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6" name="Text 3"/>
          <p:cNvSpPr/>
          <p:nvPr/>
        </p:nvSpPr>
        <p:spPr>
          <a:xfrm>
            <a:off x="528003" y="594122"/>
            <a:ext cx="6598206" cy="824746"/>
          </a:xfrm>
          <a:prstGeom prst="rect">
            <a:avLst/>
          </a:prstGeom>
          <a:noFill/>
        </p:spPr>
        <p:txBody>
          <a:bodyPr wrap="none" rtlCol="0" anchor="t"/>
          <a:lstStyle/>
          <a:p>
            <a:pPr marL="0" indent="0">
              <a:lnSpc>
                <a:spcPts val="6495"/>
              </a:lnSpc>
              <a:buNone/>
            </a:pPr>
            <a:r>
              <a:rPr lang="en-US" sz="5195" dirty="0">
                <a:solidFill>
                  <a:srgbClr val="F2F2F3"/>
                </a:solidFill>
                <a:latin typeface="Open Sans" panose="020B0606030504020204" charset="0"/>
                <a:ea typeface="Poppins" pitchFamily="34" charset="-122"/>
                <a:cs typeface="Open Sans" panose="020B0606030504020204" charset="0"/>
              </a:rPr>
              <a:t>What is PageRank ?</a:t>
            </a:r>
            <a:endParaRPr lang="en-US" sz="5195" dirty="0">
              <a:solidFill>
                <a:srgbClr val="F2F2F3"/>
              </a:solidFill>
              <a:latin typeface="Open Sans" panose="020B0606030504020204" charset="0"/>
              <a:ea typeface="Poppins" pitchFamily="34" charset="-122"/>
              <a:cs typeface="Open Sans" panose="020B0606030504020204" charset="0"/>
            </a:endParaRPr>
          </a:p>
        </p:txBody>
      </p:sp>
      <p:sp>
        <p:nvSpPr>
          <p:cNvPr id="7" name="Text 4"/>
          <p:cNvSpPr/>
          <p:nvPr/>
        </p:nvSpPr>
        <p:spPr>
          <a:xfrm>
            <a:off x="759460" y="1746250"/>
            <a:ext cx="12651105" cy="4445000"/>
          </a:xfrm>
          <a:prstGeom prst="rect">
            <a:avLst/>
          </a:prstGeom>
          <a:noFill/>
        </p:spPr>
        <p:txBody>
          <a:bodyPr wrap="square" rtlCol="0" anchor="t"/>
          <a:lstStyle/>
          <a:p>
            <a:pPr marL="0" indent="0">
              <a:lnSpc>
                <a:spcPts val="3325"/>
              </a:lnSpc>
              <a:buNone/>
            </a:pPr>
            <a:r>
              <a:rPr lang="en-US" sz="2400" dirty="0">
                <a:solidFill>
                  <a:srgbClr val="E5E0DF"/>
                </a:solidFill>
                <a:latin typeface="Open Sans" panose="020B0606030504020204" charset="0"/>
                <a:ea typeface="Roboto" pitchFamily="34" charset="-122"/>
                <a:cs typeface="Open Sans" panose="020B0606030504020204" charset="0"/>
              </a:rPr>
              <a:t>PageRank is a fundamental algorithm that forms the core of Google's search engine technology. Developed by Google's founders, Larry Page and Sergey Brin, PageRank revolutionized the way web pages are ranked and displayed in search results. At its heart, PageRank analyzes the complex network of interconnections between websites, assigning each page a numerical value that reflects its relative importance and authority on the web. This unique approach goes beyond simply matching keywords, instead prioritizing pages that are widely cited and linked to by other reputable and trusted sources. By understanding a page's PageRank, search engines can more effectively identify the most relevant and valuable content to present to users, providing them with the most helpful and informative results for their queries.</a:t>
            </a:r>
            <a:endParaRPr lang="en-US" sz="2400" dirty="0">
              <a:solidFill>
                <a:srgbClr val="E5E0DF"/>
              </a:solidFill>
              <a:latin typeface="Open Sans" panose="020B0606030504020204" charset="0"/>
              <a:ea typeface="Roboto" pitchFamily="34" charset="-122"/>
              <a:cs typeface="Open Sans" panose="020B060603050402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p:spPr>
        <p:txBody>
          <a:bodyPr/>
          <a:lstStyle/>
          <a:p>
            <a:endParaRPr lang="en-US"/>
          </a:p>
        </p:txBody>
      </p:sp>
      <p:sp>
        <p:nvSpPr>
          <p:cNvPr id="3" name="Shape 1"/>
          <p:cNvSpPr/>
          <p:nvPr/>
        </p:nvSpPr>
        <p:spPr>
          <a:xfrm>
            <a:off x="0" y="231140"/>
            <a:ext cx="14765020" cy="7994650"/>
          </a:xfrm>
          <a:prstGeom prst="rect">
            <a:avLst/>
          </a:prstGeom>
          <a:solidFill>
            <a:srgbClr val="050505"/>
          </a:solidFill>
        </p:spPr>
        <p:txBody>
          <a:bodyPr/>
          <a:lstStyle/>
          <a:p>
            <a:endParaRPr lang="en-US"/>
          </a:p>
        </p:txBody>
      </p:sp>
      <p:sp>
        <p:nvSpPr>
          <p:cNvPr id="4" name="Text 2"/>
          <p:cNvSpPr/>
          <p:nvPr/>
        </p:nvSpPr>
        <p:spPr>
          <a:xfrm>
            <a:off x="989648" y="725805"/>
            <a:ext cx="4421505" cy="494824"/>
          </a:xfrm>
          <a:prstGeom prst="rect">
            <a:avLst/>
          </a:prstGeom>
          <a:noFill/>
        </p:spPr>
        <p:txBody>
          <a:bodyPr wrap="none" rtlCol="0" anchor="t"/>
          <a:lstStyle/>
          <a:p>
            <a:pPr marL="0" indent="0">
              <a:lnSpc>
                <a:spcPts val="3895"/>
              </a:lnSpc>
              <a:buNone/>
            </a:pPr>
            <a:r>
              <a:rPr lang="en-US" sz="3115" b="1" dirty="0">
                <a:solidFill>
                  <a:srgbClr val="F2F2F3"/>
                </a:solidFill>
                <a:latin typeface="Open Sans" panose="020B0606030504020204" charset="0"/>
                <a:ea typeface="Poppins" pitchFamily="34" charset="-122"/>
                <a:cs typeface="Open Sans" panose="020B0606030504020204" charset="0"/>
              </a:rPr>
              <a:t>How PageRank Works</a:t>
            </a:r>
            <a:endParaRPr lang="en-US" sz="3115" b="1" dirty="0">
              <a:solidFill>
                <a:srgbClr val="F2F2F3"/>
              </a:solidFill>
              <a:latin typeface="Open Sans" panose="020B0606030504020204" charset="0"/>
              <a:ea typeface="Poppins" pitchFamily="34" charset="-122"/>
              <a:cs typeface="Open Sans" panose="020B0606030504020204" charset="0"/>
            </a:endParaRPr>
          </a:p>
        </p:txBody>
      </p:sp>
      <p:sp>
        <p:nvSpPr>
          <p:cNvPr id="9" name="Text 7"/>
          <p:cNvSpPr/>
          <p:nvPr/>
        </p:nvSpPr>
        <p:spPr>
          <a:xfrm>
            <a:off x="1706840" y="1748115"/>
            <a:ext cx="3650933" cy="412313"/>
          </a:xfrm>
          <a:prstGeom prst="rect">
            <a:avLst/>
          </a:prstGeom>
          <a:noFill/>
        </p:spPr>
        <p:txBody>
          <a:bodyPr wrap="none" rtlCol="0" anchor="t"/>
          <a:lstStyle/>
          <a:p>
            <a:pPr marL="0" indent="0">
              <a:lnSpc>
                <a:spcPts val="3245"/>
              </a:lnSpc>
              <a:buNone/>
            </a:pPr>
            <a:r>
              <a:rPr lang="en-US" sz="2600" b="1" dirty="0">
                <a:solidFill>
                  <a:srgbClr val="E5E0DF"/>
                </a:solidFill>
                <a:latin typeface="Open Sans" panose="020B0606030504020204" charset="0"/>
                <a:ea typeface="Poppins" pitchFamily="34" charset="-122"/>
                <a:cs typeface="Open Sans" panose="020B0606030504020204" charset="0"/>
              </a:rPr>
              <a:t>Random Surfer Model</a:t>
            </a:r>
            <a:endParaRPr lang="en-US" sz="2600" b="1" dirty="0">
              <a:solidFill>
                <a:srgbClr val="E5E0DF"/>
              </a:solidFill>
              <a:latin typeface="Open Sans" panose="020B0606030504020204" charset="0"/>
              <a:ea typeface="Poppins" pitchFamily="34" charset="-122"/>
              <a:cs typeface="Open Sans" panose="020B0606030504020204" charset="0"/>
            </a:endParaRPr>
          </a:p>
        </p:txBody>
      </p:sp>
      <p:sp>
        <p:nvSpPr>
          <p:cNvPr id="10" name="Text 8"/>
          <p:cNvSpPr/>
          <p:nvPr/>
        </p:nvSpPr>
        <p:spPr>
          <a:xfrm>
            <a:off x="2129036" y="2318782"/>
            <a:ext cx="10381417" cy="422315"/>
          </a:xfrm>
          <a:prstGeom prst="rect">
            <a:avLst/>
          </a:prstGeom>
          <a:noFill/>
        </p:spPr>
        <p:txBody>
          <a:bodyPr wrap="none" rtlCol="0" anchor="t"/>
          <a:lstStyle/>
          <a:p>
            <a:pPr indent="0" algn="l">
              <a:lnSpc>
                <a:spcPts val="3325"/>
              </a:lnSpc>
              <a:buSzPct val="100000"/>
              <a:buNone/>
            </a:pPr>
            <a:r>
              <a:rPr lang="en-US" sz="2080" b="1" dirty="0">
                <a:solidFill>
                  <a:srgbClr val="E5E0DF"/>
                </a:solidFill>
                <a:latin typeface="Open Sans" panose="020B0606030504020204" charset="0"/>
                <a:ea typeface="Roboto" pitchFamily="34" charset="-122"/>
                <a:cs typeface="Open Sans" panose="020B0606030504020204" charset="0"/>
              </a:rPr>
              <a:t>Concept</a:t>
            </a:r>
            <a:r>
              <a:rPr lang="en-US" sz="2080" dirty="0">
                <a:solidFill>
                  <a:srgbClr val="E5E0DF"/>
                </a:solidFill>
                <a:latin typeface="Open Sans" panose="020B0606030504020204" charset="0"/>
                <a:ea typeface="Roboto" pitchFamily="34" charset="-122"/>
                <a:cs typeface="Open Sans" panose="020B0606030504020204" charset="0"/>
              </a:rPr>
              <a:t>: Imagine a user (the random surfer) who randomly clicks on links across the web.</a:t>
            </a:r>
            <a:endParaRPr lang="en-US" sz="2080" dirty="0">
              <a:latin typeface="Open Sans" panose="020B0606030504020204" charset="0"/>
              <a:cs typeface="Open Sans" panose="020B0606030504020204" charset="0"/>
            </a:endParaRPr>
          </a:p>
        </p:txBody>
      </p:sp>
      <p:sp>
        <p:nvSpPr>
          <p:cNvPr id="11" name="Text 9"/>
          <p:cNvSpPr/>
          <p:nvPr/>
        </p:nvSpPr>
        <p:spPr>
          <a:xfrm>
            <a:off x="2551232" y="2846586"/>
            <a:ext cx="9959221" cy="422315"/>
          </a:xfrm>
          <a:prstGeom prst="rect">
            <a:avLst/>
          </a:prstGeom>
          <a:noFill/>
        </p:spPr>
        <p:txBody>
          <a:bodyPr wrap="none" rtlCol="0" anchor="t"/>
          <a:lstStyle/>
          <a:p>
            <a:pPr marL="342900" lvl="1" indent="0" algn="l">
              <a:lnSpc>
                <a:spcPts val="3325"/>
              </a:lnSpc>
              <a:buSzPct val="100000"/>
              <a:buNone/>
            </a:pPr>
            <a:r>
              <a:rPr lang="en-US" sz="2080" b="1" dirty="0">
                <a:solidFill>
                  <a:srgbClr val="E5E0DF"/>
                </a:solidFill>
                <a:latin typeface="Open Sans" panose="020B0606030504020204" charset="0"/>
                <a:ea typeface="Roboto" pitchFamily="34" charset="-122"/>
                <a:cs typeface="Open Sans" panose="020B0606030504020204" charset="0"/>
              </a:rPr>
              <a:t>Example</a:t>
            </a:r>
            <a:r>
              <a:rPr lang="en-US" sz="2080" dirty="0">
                <a:solidFill>
                  <a:srgbClr val="E5E0DF"/>
                </a:solidFill>
                <a:latin typeface="Open Sans" panose="020B0606030504020204" charset="0"/>
                <a:ea typeface="Roboto" pitchFamily="34" charset="-122"/>
                <a:cs typeface="Open Sans" panose="020B0606030504020204" charset="0"/>
              </a:rPr>
              <a:t>: A user starts on a random web page, such as "1.html".</a:t>
            </a:r>
            <a:endParaRPr lang="en-US" sz="2080" dirty="0">
              <a:latin typeface="Open Sans" panose="020B0606030504020204" charset="0"/>
              <a:cs typeface="Open Sans" panose="020B0606030504020204" charset="0"/>
            </a:endParaRPr>
          </a:p>
        </p:txBody>
      </p:sp>
      <p:sp>
        <p:nvSpPr>
          <p:cNvPr id="15" name="Text 13"/>
          <p:cNvSpPr/>
          <p:nvPr/>
        </p:nvSpPr>
        <p:spPr>
          <a:xfrm>
            <a:off x="1706840" y="4060428"/>
            <a:ext cx="3936206" cy="412313"/>
          </a:xfrm>
          <a:prstGeom prst="rect">
            <a:avLst/>
          </a:prstGeom>
          <a:noFill/>
        </p:spPr>
        <p:txBody>
          <a:bodyPr wrap="none" rtlCol="0" anchor="t"/>
          <a:lstStyle/>
          <a:p>
            <a:pPr marL="0" indent="0">
              <a:lnSpc>
                <a:spcPts val="3245"/>
              </a:lnSpc>
              <a:buNone/>
            </a:pPr>
            <a:r>
              <a:rPr lang="en-US" sz="2600" b="1" dirty="0">
                <a:solidFill>
                  <a:srgbClr val="E5E0DF"/>
                </a:solidFill>
                <a:latin typeface="Open Sans" panose="020B0606030504020204" charset="0"/>
                <a:ea typeface="Poppins" pitchFamily="34" charset="-122"/>
                <a:cs typeface="Open Sans" panose="020B0606030504020204" charset="0"/>
              </a:rPr>
              <a:t>Transition Probabilities</a:t>
            </a:r>
            <a:endParaRPr lang="en-US" sz="2600" b="1" dirty="0">
              <a:solidFill>
                <a:srgbClr val="E5E0DF"/>
              </a:solidFill>
              <a:latin typeface="Open Sans" panose="020B0606030504020204" charset="0"/>
              <a:ea typeface="Poppins" pitchFamily="34" charset="-122"/>
              <a:cs typeface="Open Sans" panose="020B0606030504020204" charset="0"/>
            </a:endParaRPr>
          </a:p>
        </p:txBody>
      </p:sp>
      <p:sp>
        <p:nvSpPr>
          <p:cNvPr id="16" name="Text 14"/>
          <p:cNvSpPr/>
          <p:nvPr/>
        </p:nvSpPr>
        <p:spPr>
          <a:xfrm>
            <a:off x="2129036" y="4631095"/>
            <a:ext cx="10381417" cy="844629"/>
          </a:xfrm>
          <a:prstGeom prst="rect">
            <a:avLst/>
          </a:prstGeom>
          <a:noFill/>
        </p:spPr>
        <p:txBody>
          <a:bodyPr wrap="square" rtlCol="0" anchor="t"/>
          <a:lstStyle/>
          <a:p>
            <a:pPr indent="0" algn="l">
              <a:lnSpc>
                <a:spcPts val="3325"/>
              </a:lnSpc>
              <a:buSzPct val="100000"/>
              <a:buNone/>
            </a:pPr>
            <a:r>
              <a:rPr lang="en-US" sz="2080" b="1" dirty="0">
                <a:solidFill>
                  <a:srgbClr val="E5E0DF"/>
                </a:solidFill>
                <a:latin typeface="Open Sans" panose="020B0606030504020204" charset="0"/>
                <a:ea typeface="Roboto" pitchFamily="34" charset="-122"/>
                <a:cs typeface="Open Sans" panose="020B0606030504020204" charset="0"/>
              </a:rPr>
              <a:t>Link Following</a:t>
            </a:r>
            <a:r>
              <a:rPr lang="en-US" sz="2080" dirty="0">
                <a:solidFill>
                  <a:srgbClr val="E5E0DF"/>
                </a:solidFill>
                <a:latin typeface="Open Sans" panose="020B0606030504020204" charset="0"/>
                <a:ea typeface="Roboto" pitchFamily="34" charset="-122"/>
                <a:cs typeface="Open Sans" panose="020B0606030504020204" charset="0"/>
              </a:rPr>
              <a:t>: With a probability 𝑑</a:t>
            </a:r>
            <a:r>
              <a:rPr lang="en-US" sz="2080" i="1" dirty="0">
                <a:solidFill>
                  <a:srgbClr val="E5E0DF"/>
                </a:solidFill>
                <a:latin typeface="Open Sans" panose="020B0606030504020204" charset="0"/>
                <a:ea typeface="Roboto" pitchFamily="34" charset="-122"/>
                <a:cs typeface="Open Sans" panose="020B0606030504020204" charset="0"/>
              </a:rPr>
              <a:t>d</a:t>
            </a:r>
            <a:r>
              <a:rPr lang="en-US" sz="2080" dirty="0">
                <a:solidFill>
                  <a:srgbClr val="E5E0DF"/>
                </a:solidFill>
                <a:latin typeface="Open Sans" panose="020B0606030504020204" charset="0"/>
                <a:ea typeface="Roboto" pitchFamily="34" charset="-122"/>
                <a:cs typeface="Open Sans" panose="020B0606030504020204" charset="0"/>
              </a:rPr>
              <a:t> (the damping factor), the surfer follows a link from the current page.</a:t>
            </a:r>
            <a:endParaRPr lang="en-US" sz="2080" dirty="0">
              <a:latin typeface="Open Sans" panose="020B0606030504020204" charset="0"/>
              <a:cs typeface="Open Sans" panose="020B0606030504020204" charset="0"/>
            </a:endParaRPr>
          </a:p>
        </p:txBody>
      </p:sp>
      <p:sp>
        <p:nvSpPr>
          <p:cNvPr id="17" name="Text 15"/>
          <p:cNvSpPr/>
          <p:nvPr/>
        </p:nvSpPr>
        <p:spPr>
          <a:xfrm>
            <a:off x="2551232" y="5581213"/>
            <a:ext cx="9959221" cy="844629"/>
          </a:xfrm>
          <a:prstGeom prst="rect">
            <a:avLst/>
          </a:prstGeom>
          <a:noFill/>
        </p:spPr>
        <p:txBody>
          <a:bodyPr wrap="square" rtlCol="0" anchor="t"/>
          <a:lstStyle/>
          <a:p>
            <a:pPr marL="342900" lvl="1" indent="0" algn="l">
              <a:lnSpc>
                <a:spcPts val="3325"/>
              </a:lnSpc>
              <a:buSzPct val="100000"/>
              <a:buNone/>
            </a:pPr>
            <a:r>
              <a:rPr lang="en-US" sz="2080" b="1" dirty="0">
                <a:solidFill>
                  <a:srgbClr val="E5E0DF"/>
                </a:solidFill>
                <a:latin typeface="Open Sans" panose="020B0606030504020204" charset="0"/>
                <a:ea typeface="Roboto" pitchFamily="34" charset="-122"/>
                <a:cs typeface="Open Sans" panose="020B0606030504020204" charset="0"/>
              </a:rPr>
              <a:t>Example</a:t>
            </a:r>
            <a:r>
              <a:rPr lang="en-US" sz="2080" dirty="0">
                <a:solidFill>
                  <a:srgbClr val="E5E0DF"/>
                </a:solidFill>
                <a:latin typeface="Open Sans" panose="020B0606030504020204" charset="0"/>
                <a:ea typeface="Roboto" pitchFamily="34" charset="-122"/>
                <a:cs typeface="Open Sans" panose="020B0606030504020204" charset="0"/>
              </a:rPr>
              <a:t>: If the damping factor is 0.85, there's an 85% chance the surfer will follow a link from the current page.</a:t>
            </a:r>
            <a:endParaRPr lang="en-US" sz="2080" dirty="0">
              <a:latin typeface="Open Sans" panose="020B0606030504020204" charset="0"/>
              <a:cs typeface="Open Sans" panose="020B060603050402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21" name="Text 19"/>
          <p:cNvSpPr/>
          <p:nvPr/>
        </p:nvSpPr>
        <p:spPr>
          <a:xfrm>
            <a:off x="1567061" y="682585"/>
            <a:ext cx="10381417" cy="844629"/>
          </a:xfrm>
          <a:prstGeom prst="rect">
            <a:avLst/>
          </a:prstGeom>
          <a:noFill/>
        </p:spPr>
        <p:txBody>
          <a:bodyPr wrap="square" rtlCol="0" anchor="t"/>
          <a:p>
            <a:pPr indent="0" algn="l">
              <a:lnSpc>
                <a:spcPts val="3325"/>
              </a:lnSpc>
              <a:buSzPct val="100000"/>
              <a:buNone/>
            </a:pPr>
            <a:r>
              <a:rPr lang="en-US" sz="2080" b="1" dirty="0">
                <a:solidFill>
                  <a:srgbClr val="E5E0DF"/>
                </a:solidFill>
                <a:latin typeface="Open Sans" panose="020B0606030504020204" charset="0"/>
                <a:ea typeface="Roboto" pitchFamily="34" charset="-122"/>
                <a:cs typeface="Open Sans" panose="020B0606030504020204" charset="0"/>
              </a:rPr>
              <a:t>Random Jump</a:t>
            </a:r>
            <a:r>
              <a:rPr lang="en-US" sz="2080" dirty="0">
                <a:solidFill>
                  <a:srgbClr val="E5E0DF"/>
                </a:solidFill>
                <a:latin typeface="Open Sans" panose="020B0606030504020204" charset="0"/>
                <a:ea typeface="Roboto" pitchFamily="34" charset="-122"/>
                <a:cs typeface="Open Sans" panose="020B0606030504020204" charset="0"/>
              </a:rPr>
              <a:t>: With a probability 1−𝑑1−</a:t>
            </a:r>
            <a:r>
              <a:rPr lang="en-US" sz="2080" i="1" dirty="0">
                <a:solidFill>
                  <a:srgbClr val="E5E0DF"/>
                </a:solidFill>
                <a:latin typeface="Open Sans" panose="020B0606030504020204" charset="0"/>
                <a:ea typeface="Roboto" pitchFamily="34" charset="-122"/>
                <a:cs typeface="Open Sans" panose="020B0606030504020204" charset="0"/>
              </a:rPr>
              <a:t>d</a:t>
            </a:r>
            <a:r>
              <a:rPr lang="en-US" sz="2080" dirty="0">
                <a:solidFill>
                  <a:srgbClr val="E5E0DF"/>
                </a:solidFill>
                <a:latin typeface="Open Sans" panose="020B0606030504020204" charset="0"/>
                <a:ea typeface="Roboto" pitchFamily="34" charset="-122"/>
                <a:cs typeface="Open Sans" panose="020B0606030504020204" charset="0"/>
              </a:rPr>
              <a:t>, the surfer jumps to any page in the corpus at random, including the current page.</a:t>
            </a:r>
            <a:endParaRPr lang="en-US" sz="2080" dirty="0">
              <a:latin typeface="Open Sans" panose="020B0606030504020204" charset="0"/>
              <a:cs typeface="Open Sans" panose="020B0606030504020204" charset="0"/>
            </a:endParaRPr>
          </a:p>
        </p:txBody>
      </p:sp>
      <p:sp>
        <p:nvSpPr>
          <p:cNvPr id="22" name="Text 20"/>
          <p:cNvSpPr/>
          <p:nvPr/>
        </p:nvSpPr>
        <p:spPr>
          <a:xfrm>
            <a:off x="1989257" y="1632704"/>
            <a:ext cx="9959221" cy="844629"/>
          </a:xfrm>
          <a:prstGeom prst="rect">
            <a:avLst/>
          </a:prstGeom>
          <a:noFill/>
        </p:spPr>
        <p:txBody>
          <a:bodyPr wrap="square" rtlCol="0" anchor="t"/>
          <a:p>
            <a:pPr marL="342900" lvl="1" indent="0" algn="l">
              <a:lnSpc>
                <a:spcPts val="3325"/>
              </a:lnSpc>
              <a:buSzPct val="100000"/>
              <a:buNone/>
            </a:pPr>
            <a:r>
              <a:rPr lang="en-US" sz="2080" b="1" dirty="0">
                <a:solidFill>
                  <a:srgbClr val="E5E0DF"/>
                </a:solidFill>
                <a:latin typeface="Open Sans" panose="020B0606030504020204" charset="0"/>
                <a:ea typeface="Roboto" pitchFamily="34" charset="-122"/>
                <a:cs typeface="Open Sans" panose="020B0606030504020204" charset="0"/>
              </a:rPr>
              <a:t>Example</a:t>
            </a:r>
            <a:r>
              <a:rPr lang="en-US" sz="2080" dirty="0">
                <a:solidFill>
                  <a:srgbClr val="E5E0DF"/>
                </a:solidFill>
                <a:latin typeface="Open Sans" panose="020B0606030504020204" charset="0"/>
                <a:ea typeface="Roboto" pitchFamily="34" charset="-122"/>
                <a:cs typeface="Open Sans" panose="020B0606030504020204" charset="0"/>
              </a:rPr>
              <a:t>: If the damping factor is 0.85, there's a 15% chance the surfer will jump to any random page in the corpus.</a:t>
            </a:r>
            <a:endParaRPr lang="en-US" sz="2080" dirty="0">
              <a:latin typeface="Open Sans" panose="020B0606030504020204" charset="0"/>
              <a:cs typeface="Open Sans" panose="020B0606030504020204" charset="0"/>
            </a:endParaRPr>
          </a:p>
        </p:txBody>
      </p:sp>
      <p:sp>
        <p:nvSpPr>
          <p:cNvPr id="26" name="Text 24"/>
          <p:cNvSpPr/>
          <p:nvPr/>
        </p:nvSpPr>
        <p:spPr>
          <a:xfrm>
            <a:off x="1144865" y="3268861"/>
            <a:ext cx="3299103" cy="412313"/>
          </a:xfrm>
          <a:prstGeom prst="rect">
            <a:avLst/>
          </a:prstGeom>
          <a:noFill/>
        </p:spPr>
        <p:txBody>
          <a:bodyPr wrap="none" rtlCol="0" anchor="t"/>
          <a:p>
            <a:pPr marL="0" indent="0">
              <a:lnSpc>
                <a:spcPts val="3245"/>
              </a:lnSpc>
              <a:buNone/>
            </a:pPr>
            <a:r>
              <a:rPr lang="en-US" sz="2600" b="1" dirty="0">
                <a:solidFill>
                  <a:schemeClr val="bg1"/>
                </a:solidFill>
                <a:latin typeface="Open Sans" panose="020B0606030504020204" charset="0"/>
                <a:ea typeface="Poppins" pitchFamily="34" charset="-122"/>
                <a:cs typeface="Open Sans" panose="020B0606030504020204" charset="0"/>
              </a:rPr>
              <a:t>Transition Model</a:t>
            </a:r>
            <a:endParaRPr lang="en-US" sz="2600" b="1" dirty="0">
              <a:solidFill>
                <a:schemeClr val="bg1"/>
              </a:solidFill>
              <a:latin typeface="Open Sans" panose="020B0606030504020204" charset="0"/>
              <a:ea typeface="Poppins" pitchFamily="34" charset="-122"/>
              <a:cs typeface="Open Sans" panose="020B0606030504020204" charset="0"/>
            </a:endParaRPr>
          </a:p>
        </p:txBody>
      </p:sp>
      <p:sp>
        <p:nvSpPr>
          <p:cNvPr id="27" name="Text 25"/>
          <p:cNvSpPr/>
          <p:nvPr/>
        </p:nvSpPr>
        <p:spPr>
          <a:xfrm>
            <a:off x="1567061" y="3839528"/>
            <a:ext cx="10381417" cy="422315"/>
          </a:xfrm>
          <a:prstGeom prst="rect">
            <a:avLst/>
          </a:prstGeom>
          <a:noFill/>
        </p:spPr>
        <p:txBody>
          <a:bodyPr wrap="none" rtlCol="0" anchor="t"/>
          <a:p>
            <a:pPr indent="0" algn="l">
              <a:lnSpc>
                <a:spcPts val="3325"/>
              </a:lnSpc>
              <a:buSzPct val="100000"/>
              <a:buNone/>
            </a:pPr>
            <a:r>
              <a:rPr lang="en-US" sz="2080" b="1" dirty="0">
                <a:solidFill>
                  <a:srgbClr val="E5E0DF"/>
                </a:solidFill>
                <a:latin typeface="Open Sans" panose="020B0606030504020204" charset="0"/>
                <a:ea typeface="Roboto" pitchFamily="34" charset="-122"/>
                <a:cs typeface="Open Sans" panose="020B0606030504020204" charset="0"/>
              </a:rPr>
              <a:t>Input Parameters</a:t>
            </a:r>
            <a:r>
              <a:rPr lang="en-US" sz="2080" dirty="0">
                <a:solidFill>
                  <a:srgbClr val="E5E0DF"/>
                </a:solidFill>
                <a:latin typeface="Open Sans" panose="020B0606030504020204" charset="0"/>
                <a:ea typeface="Roboto" pitchFamily="34" charset="-122"/>
                <a:cs typeface="Open Sans" panose="020B0606030504020204" charset="0"/>
              </a:rPr>
              <a:t>:</a:t>
            </a:r>
            <a:endParaRPr lang="en-US" sz="2080" dirty="0">
              <a:latin typeface="Open Sans" panose="020B0606030504020204" charset="0"/>
              <a:cs typeface="Open Sans" panose="020B0606030504020204" charset="0"/>
            </a:endParaRPr>
          </a:p>
        </p:txBody>
      </p:sp>
      <p:sp>
        <p:nvSpPr>
          <p:cNvPr id="28" name="Text 26"/>
          <p:cNvSpPr/>
          <p:nvPr/>
        </p:nvSpPr>
        <p:spPr>
          <a:xfrm>
            <a:off x="1989257" y="4367332"/>
            <a:ext cx="9959221" cy="422315"/>
          </a:xfrm>
          <a:prstGeom prst="rect">
            <a:avLst/>
          </a:prstGeom>
          <a:noFill/>
        </p:spPr>
        <p:txBody>
          <a:bodyPr wrap="none" rtlCol="0" anchor="t"/>
          <a:p>
            <a:pPr marL="342900" lvl="1" indent="0" algn="l">
              <a:lnSpc>
                <a:spcPts val="3325"/>
              </a:lnSpc>
              <a:buSzPct val="100000"/>
              <a:buNone/>
            </a:pPr>
            <a:r>
              <a:rPr lang="en-US" sz="2080" b="1" dirty="0">
                <a:solidFill>
                  <a:srgbClr val="E5E0DF"/>
                </a:solidFill>
                <a:latin typeface="Open Sans" panose="020B0606030504020204" charset="0"/>
                <a:ea typeface="Roboto" pitchFamily="34" charset="-122"/>
                <a:cs typeface="Open Sans" panose="020B0606030504020204" charset="0"/>
              </a:rPr>
              <a:t>Corpus</a:t>
            </a:r>
            <a:r>
              <a:rPr lang="en-US" sz="2080" dirty="0">
                <a:solidFill>
                  <a:srgbClr val="E5E0DF"/>
                </a:solidFill>
                <a:latin typeface="Open Sans" panose="020B0606030504020204" charset="0"/>
                <a:ea typeface="Roboto" pitchFamily="34" charset="-122"/>
                <a:cs typeface="Open Sans" panose="020B0606030504020204" charset="0"/>
              </a:rPr>
              <a:t>: A dictionary mapping each page to a set of pages it links to.</a:t>
            </a:r>
            <a:endParaRPr lang="en-US" sz="2080" dirty="0">
              <a:latin typeface="Open Sans" panose="020B0606030504020204" charset="0"/>
              <a:cs typeface="Open Sans" panose="020B0606030504020204" charset="0"/>
            </a:endParaRPr>
          </a:p>
        </p:txBody>
      </p:sp>
      <p:sp>
        <p:nvSpPr>
          <p:cNvPr id="29" name="Text 27"/>
          <p:cNvSpPr/>
          <p:nvPr/>
        </p:nvSpPr>
        <p:spPr>
          <a:xfrm>
            <a:off x="1989257" y="4895136"/>
            <a:ext cx="9959221" cy="422315"/>
          </a:xfrm>
          <a:prstGeom prst="rect">
            <a:avLst/>
          </a:prstGeom>
          <a:noFill/>
        </p:spPr>
        <p:txBody>
          <a:bodyPr wrap="none" rtlCol="0" anchor="t"/>
          <a:p>
            <a:pPr marL="342900" lvl="1" indent="0" algn="l">
              <a:lnSpc>
                <a:spcPts val="3325"/>
              </a:lnSpc>
              <a:buSzPct val="100000"/>
              <a:buNone/>
            </a:pPr>
            <a:r>
              <a:rPr lang="en-US" sz="2080" b="1" dirty="0">
                <a:solidFill>
                  <a:srgbClr val="E5E0DF"/>
                </a:solidFill>
                <a:latin typeface="Open Sans" panose="020B0606030504020204" charset="0"/>
                <a:ea typeface="Roboto" pitchFamily="34" charset="-122"/>
                <a:cs typeface="Open Sans" panose="020B0606030504020204" charset="0"/>
              </a:rPr>
              <a:t>Current Page</a:t>
            </a:r>
            <a:r>
              <a:rPr lang="en-US" sz="2080" dirty="0">
                <a:solidFill>
                  <a:srgbClr val="E5E0DF"/>
                </a:solidFill>
                <a:latin typeface="Open Sans" panose="020B0606030504020204" charset="0"/>
                <a:ea typeface="Roboto" pitchFamily="34" charset="-122"/>
                <a:cs typeface="Open Sans" panose="020B0606030504020204" charset="0"/>
              </a:rPr>
              <a:t>: The page the surfer is currently on.</a:t>
            </a:r>
            <a:endParaRPr lang="en-US" sz="2080" dirty="0">
              <a:latin typeface="Open Sans" panose="020B0606030504020204" charset="0"/>
              <a:cs typeface="Open Sans" panose="020B0606030504020204" charset="0"/>
            </a:endParaRPr>
          </a:p>
        </p:txBody>
      </p:sp>
      <p:sp>
        <p:nvSpPr>
          <p:cNvPr id="30" name="Text 28"/>
          <p:cNvSpPr/>
          <p:nvPr/>
        </p:nvSpPr>
        <p:spPr>
          <a:xfrm>
            <a:off x="1989257" y="5422940"/>
            <a:ext cx="9959221" cy="422315"/>
          </a:xfrm>
          <a:prstGeom prst="rect">
            <a:avLst/>
          </a:prstGeom>
          <a:noFill/>
        </p:spPr>
        <p:txBody>
          <a:bodyPr wrap="none" rtlCol="0" anchor="t"/>
          <a:p>
            <a:pPr marL="342900" lvl="1" indent="0" algn="l">
              <a:lnSpc>
                <a:spcPts val="3325"/>
              </a:lnSpc>
              <a:buSzPct val="100000"/>
              <a:buNone/>
            </a:pPr>
            <a:r>
              <a:rPr lang="en-US" sz="2080" b="1" dirty="0">
                <a:solidFill>
                  <a:srgbClr val="E5E0DF"/>
                </a:solidFill>
                <a:latin typeface="Open Sans" panose="020B0606030504020204" charset="0"/>
                <a:ea typeface="Roboto" pitchFamily="34" charset="-122"/>
                <a:cs typeface="Open Sans" panose="020B0606030504020204" charset="0"/>
              </a:rPr>
              <a:t>Damping Factor (d)</a:t>
            </a:r>
            <a:r>
              <a:rPr lang="en-US" sz="2080" dirty="0">
                <a:solidFill>
                  <a:srgbClr val="E5E0DF"/>
                </a:solidFill>
                <a:latin typeface="Open Sans" panose="020B0606030504020204" charset="0"/>
                <a:ea typeface="Roboto" pitchFamily="34" charset="-122"/>
                <a:cs typeface="Open Sans" panose="020B0606030504020204" charset="0"/>
              </a:rPr>
              <a:t>: Typically set to 0.85.</a:t>
            </a:r>
            <a:endParaRPr lang="en-US" sz="2080" dirty="0">
              <a:latin typeface="Open Sans" panose="020B0606030504020204" charset="0"/>
              <a:cs typeface="Open Sans" panose="020B0606030504020204" charset="0"/>
            </a:endParaRPr>
          </a:p>
        </p:txBody>
      </p:sp>
      <p:sp>
        <p:nvSpPr>
          <p:cNvPr id="31" name="Text 29"/>
          <p:cNvSpPr/>
          <p:nvPr/>
        </p:nvSpPr>
        <p:spPr>
          <a:xfrm>
            <a:off x="1989257" y="5950744"/>
            <a:ext cx="9959221" cy="844629"/>
          </a:xfrm>
          <a:prstGeom prst="rect">
            <a:avLst/>
          </a:prstGeom>
          <a:noFill/>
        </p:spPr>
        <p:txBody>
          <a:bodyPr wrap="square" rtlCol="0" anchor="t"/>
          <a:p>
            <a:pPr marL="342900" lvl="1" indent="0" algn="l">
              <a:lnSpc>
                <a:spcPts val="3325"/>
              </a:lnSpc>
              <a:buSzPct val="100000"/>
              <a:buNone/>
            </a:pPr>
            <a:r>
              <a:rPr lang="en-US" sz="2080" b="1" dirty="0">
                <a:solidFill>
                  <a:srgbClr val="E5E0DF"/>
                </a:solidFill>
                <a:latin typeface="Open Sans" panose="020B0606030504020204" charset="0"/>
                <a:ea typeface="Roboto" pitchFamily="34" charset="-122"/>
                <a:cs typeface="Open Sans" panose="020B0606030504020204" charset="0"/>
              </a:rPr>
              <a:t>Example</a:t>
            </a:r>
            <a:r>
              <a:rPr lang="en-US" sz="2080" dirty="0">
                <a:solidFill>
                  <a:srgbClr val="E5E0DF"/>
                </a:solidFill>
                <a:latin typeface="Open Sans" panose="020B0606030504020204" charset="0"/>
                <a:ea typeface="Roboto" pitchFamily="34" charset="-122"/>
                <a:cs typeface="Open Sans" panose="020B0606030504020204" charset="0"/>
              </a:rPr>
              <a:t>: The corpus is {"1.html": {"2.html", "3.html"}, "2.html": {"3.html"}, "3.html": {"2.html"}} and the current page is "1.html".</a:t>
            </a:r>
            <a:endParaRPr lang="en-US" sz="2080" dirty="0">
              <a:latin typeface="Open Sans" panose="020B0606030504020204" charset="0"/>
              <a:cs typeface="Open Sans" panose="020B060603050402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 2"/>
          <p:cNvSpPr/>
          <p:nvPr/>
        </p:nvSpPr>
        <p:spPr>
          <a:xfrm>
            <a:off x="259398" y="231140"/>
            <a:ext cx="4421505" cy="494824"/>
          </a:xfrm>
          <a:prstGeom prst="rect">
            <a:avLst/>
          </a:prstGeom>
          <a:noFill/>
        </p:spPr>
        <p:txBody>
          <a:bodyPr wrap="none" rtlCol="0" anchor="t"/>
          <a:lstStyle/>
          <a:p>
            <a:pPr marL="0" indent="0">
              <a:lnSpc>
                <a:spcPts val="3895"/>
              </a:lnSpc>
              <a:buNone/>
            </a:pPr>
            <a:r>
              <a:rPr lang="en-US" sz="3115" b="1" dirty="0">
                <a:solidFill>
                  <a:schemeClr val="bg1"/>
                </a:solidFill>
                <a:latin typeface="Open Sans" panose="020B0606030504020204" charset="0"/>
                <a:ea typeface="Poppins" pitchFamily="34" charset="-122"/>
                <a:cs typeface="Open Sans" panose="020B0606030504020204" charset="0"/>
              </a:rPr>
              <a:t>How PageRank Works</a:t>
            </a:r>
            <a:endParaRPr lang="en-US" sz="3115" b="1" dirty="0">
              <a:solidFill>
                <a:schemeClr val="bg1"/>
              </a:solidFill>
              <a:latin typeface="Open Sans" panose="020B0606030504020204" charset="0"/>
              <a:ea typeface="Poppins" pitchFamily="34" charset="-122"/>
              <a:cs typeface="Open Sans" panose="020B0606030504020204" charset="0"/>
            </a:endParaRPr>
          </a:p>
        </p:txBody>
      </p:sp>
      <p:sp>
        <p:nvSpPr>
          <p:cNvPr id="5" name="Text 3"/>
          <p:cNvSpPr/>
          <p:nvPr/>
        </p:nvSpPr>
        <p:spPr>
          <a:xfrm>
            <a:off x="608330" y="1227455"/>
            <a:ext cx="6111240" cy="412115"/>
          </a:xfrm>
          <a:prstGeom prst="rect">
            <a:avLst/>
          </a:prstGeom>
          <a:noFill/>
        </p:spPr>
        <p:txBody>
          <a:bodyPr wrap="none" rtlCol="0" anchor="t"/>
          <a:lstStyle/>
          <a:p>
            <a:pPr marL="0" indent="0">
              <a:lnSpc>
                <a:spcPts val="3245"/>
              </a:lnSpc>
              <a:buNone/>
            </a:pPr>
            <a:r>
              <a:rPr lang="en-US" sz="2600" b="1" dirty="0">
                <a:solidFill>
                  <a:srgbClr val="B8B6B5"/>
                </a:solidFill>
                <a:latin typeface="Open Sans" panose="020B0606030504020204" charset="0"/>
                <a:ea typeface="Poppins" pitchFamily="34" charset="-122"/>
                <a:cs typeface="Open Sans" panose="020B0606030504020204" charset="0"/>
              </a:rPr>
              <a:t>Example</a:t>
            </a:r>
            <a:r>
              <a:rPr lang="en-US" sz="2600" dirty="0">
                <a:solidFill>
                  <a:srgbClr val="B8B6B5"/>
                </a:solidFill>
                <a:latin typeface="Open Sans" panose="020B0606030504020204" charset="0"/>
                <a:ea typeface="Poppins" pitchFamily="34" charset="-122"/>
                <a:cs typeface="Open Sans" panose="020B0606030504020204" charset="0"/>
              </a:rPr>
              <a:t>:</a:t>
            </a:r>
            <a:r>
              <a:rPr lang="en-US" sz="2600" b="1" dirty="0">
                <a:solidFill>
                  <a:srgbClr val="B8B6B5"/>
                </a:solidFill>
                <a:latin typeface="Open Sans" panose="020B0606030504020204" charset="0"/>
                <a:ea typeface="Poppins" pitchFamily="34" charset="-122"/>
                <a:cs typeface="Open Sans" panose="020B0606030504020204" charset="0"/>
              </a:rPr>
              <a:t> </a:t>
            </a:r>
            <a:endParaRPr lang="en-US" sz="2600" b="1" dirty="0">
              <a:solidFill>
                <a:srgbClr val="B8B6B5"/>
              </a:solidFill>
              <a:latin typeface="Open Sans" panose="020B0606030504020204" charset="0"/>
              <a:ea typeface="Poppins" pitchFamily="34" charset="-122"/>
              <a:cs typeface="Open Sans" panose="020B0606030504020204" charset="0"/>
            </a:endParaRPr>
          </a:p>
        </p:txBody>
      </p:sp>
      <p:sp>
        <p:nvSpPr>
          <p:cNvPr id="6" name="Text 4"/>
          <p:cNvSpPr/>
          <p:nvPr/>
        </p:nvSpPr>
        <p:spPr>
          <a:xfrm>
            <a:off x="433705" y="1762125"/>
            <a:ext cx="5451475" cy="1266825"/>
          </a:xfrm>
          <a:prstGeom prst="rect">
            <a:avLst/>
          </a:prstGeom>
          <a:noFill/>
        </p:spPr>
        <p:txBody>
          <a:bodyPr wrap="square" rtlCol="0" anchor="t"/>
          <a:lstStyle/>
          <a:p>
            <a:pPr marL="342900" lvl="1" indent="0" algn="l">
              <a:lnSpc>
                <a:spcPts val="3325"/>
              </a:lnSpc>
              <a:buSzPct val="100000"/>
              <a:buNone/>
            </a:pPr>
            <a:r>
              <a:rPr lang="en-US" sz="2080" dirty="0">
                <a:solidFill>
                  <a:srgbClr val="B8B6B5"/>
                </a:solidFill>
                <a:latin typeface="Open Sans" panose="020B0606030504020204" charset="0"/>
                <a:ea typeface="Roboto" pitchFamily="34" charset="-122"/>
                <a:cs typeface="Open Sans" panose="020B0606030504020204" charset="0"/>
              </a:rPr>
              <a:t>Pages linked from "1.html": "2.html" and "3.html"</a:t>
            </a:r>
            <a:endParaRPr lang="en-US" sz="2080" dirty="0">
              <a:solidFill>
                <a:srgbClr val="B8B6B5"/>
              </a:solidFill>
              <a:latin typeface="Open Sans" panose="020B0606030504020204" charset="0"/>
              <a:ea typeface="Roboto" pitchFamily="34" charset="-122"/>
              <a:cs typeface="Open Sans" panose="020B0606030504020204" charset="0"/>
            </a:endParaRPr>
          </a:p>
        </p:txBody>
      </p:sp>
      <p:sp>
        <p:nvSpPr>
          <p:cNvPr id="7" name="Text 5"/>
          <p:cNvSpPr/>
          <p:nvPr/>
        </p:nvSpPr>
        <p:spPr>
          <a:xfrm>
            <a:off x="434340" y="2726055"/>
            <a:ext cx="6401435" cy="1689100"/>
          </a:xfrm>
          <a:prstGeom prst="rect">
            <a:avLst/>
          </a:prstGeom>
          <a:noFill/>
        </p:spPr>
        <p:txBody>
          <a:bodyPr wrap="square" rtlCol="0" anchor="t"/>
          <a:lstStyle/>
          <a:p>
            <a:pPr marL="342900" lvl="1" indent="0" algn="l">
              <a:lnSpc>
                <a:spcPts val="3325"/>
              </a:lnSpc>
              <a:buSzPct val="100000"/>
              <a:buNone/>
            </a:pPr>
            <a:r>
              <a:rPr sz="2080" dirty="0">
                <a:solidFill>
                  <a:srgbClr val="B8B6B5"/>
                </a:solidFill>
                <a:latin typeface="Open Sans" panose="020B0606030504020204" charset="0"/>
                <a:ea typeface="Roboto" pitchFamily="34" charset="-122"/>
                <a:cs typeface="Open Sans" panose="020B0606030504020204" charset="0"/>
              </a:rPr>
              <a:t> if 𝑑 = 0.85 and numlinks(p) = 20, then the probability for </a:t>
            </a:r>
            <a:r>
              <a:rPr sz="2080" dirty="0">
                <a:solidFill>
                  <a:srgbClr val="FF0000"/>
                </a:solidFill>
                <a:latin typeface="Open Sans" panose="020B0606030504020204" charset="0"/>
                <a:ea typeface="Roboto" pitchFamily="34" charset="-122"/>
                <a:cs typeface="Open Sans" panose="020B0606030504020204" charset="0"/>
              </a:rPr>
              <a:t>each linked page</a:t>
            </a:r>
            <a:r>
              <a:rPr sz="2080" dirty="0">
                <a:solidFill>
                  <a:srgbClr val="B8B6B5"/>
                </a:solidFill>
                <a:latin typeface="Open Sans" panose="020B0606030504020204" charset="0"/>
                <a:ea typeface="Roboto" pitchFamily="34" charset="-122"/>
                <a:cs typeface="Open Sans" panose="020B0606030504020204" charset="0"/>
              </a:rPr>
              <a:t> is d / numlinks(p) = 0.85 / 20 = 0.0425.</a:t>
            </a:r>
            <a:endParaRPr sz="2080" dirty="0">
              <a:solidFill>
                <a:srgbClr val="B8B6B5"/>
              </a:solidFill>
              <a:latin typeface="Open Sans" panose="020B0606030504020204" charset="0"/>
              <a:ea typeface="Roboto" pitchFamily="34" charset="-122"/>
              <a:cs typeface="Open Sans" panose="020B0606030504020204" charset="0"/>
            </a:endParaRPr>
          </a:p>
        </p:txBody>
      </p:sp>
      <p:sp>
        <p:nvSpPr>
          <p:cNvPr id="8" name="Text 6"/>
          <p:cNvSpPr/>
          <p:nvPr/>
        </p:nvSpPr>
        <p:spPr>
          <a:xfrm>
            <a:off x="434340" y="4114800"/>
            <a:ext cx="6765290" cy="1391920"/>
          </a:xfrm>
          <a:prstGeom prst="rect">
            <a:avLst/>
          </a:prstGeom>
          <a:noFill/>
        </p:spPr>
        <p:txBody>
          <a:bodyPr wrap="square" rtlCol="0" anchor="t"/>
          <a:lstStyle/>
          <a:p>
            <a:pPr marL="342900" lvl="1" indent="0" algn="l">
              <a:lnSpc>
                <a:spcPts val="3325"/>
              </a:lnSpc>
              <a:buSzPct val="100000"/>
              <a:buNone/>
            </a:pPr>
            <a:r>
              <a:rPr lang="en-US" dirty="0">
                <a:solidFill>
                  <a:srgbClr val="B8B6B5"/>
                </a:solidFill>
                <a:latin typeface="Open Sans" panose="020B0606030504020204" charset="0"/>
                <a:ea typeface="Roboto" pitchFamily="34" charset="-122"/>
                <a:cs typeface="Open Sans" panose="020B0606030504020204" charset="0"/>
              </a:rPr>
              <a:t>if 𝑑 = 0.85 and there are 30 pages in the corpus, then the probability for </a:t>
            </a:r>
            <a:r>
              <a:rPr lang="en-US" dirty="0">
                <a:solidFill>
                  <a:srgbClr val="FF0000"/>
                </a:solidFill>
                <a:latin typeface="Open Sans" panose="020B0606030504020204" charset="0"/>
                <a:ea typeface="Roboto" pitchFamily="34" charset="-122"/>
                <a:cs typeface="Open Sans" panose="020B0606030504020204" charset="0"/>
              </a:rPr>
              <a:t>each page</a:t>
            </a:r>
            <a:r>
              <a:rPr lang="en-US" dirty="0">
                <a:solidFill>
                  <a:srgbClr val="B8B6B5"/>
                </a:solidFill>
                <a:latin typeface="Open Sans" panose="020B0606030504020204" charset="0"/>
                <a:ea typeface="Roboto" pitchFamily="34" charset="-122"/>
                <a:cs typeface="Open Sans" panose="020B0606030504020204" charset="0"/>
              </a:rPr>
              <a:t> is (1 - 𝑑) / total pages = (1 - 0.85) / 30 ≈ 0.05.</a:t>
            </a:r>
            <a:endParaRPr lang="en-US" dirty="0">
              <a:solidFill>
                <a:srgbClr val="B8B6B5"/>
              </a:solidFill>
              <a:latin typeface="Open Sans" panose="020B0606030504020204" charset="0"/>
              <a:ea typeface="Roboto" pitchFamily="34" charset="-122"/>
              <a:cs typeface="Open Sans" panose="020B0606030504020204" charset="0"/>
            </a:endParaRPr>
          </a:p>
        </p:txBody>
      </p:sp>
      <p:sp>
        <p:nvSpPr>
          <p:cNvPr id="9" name="Text 7"/>
          <p:cNvSpPr/>
          <p:nvPr/>
        </p:nvSpPr>
        <p:spPr>
          <a:xfrm>
            <a:off x="434340" y="5501640"/>
            <a:ext cx="5451475" cy="1266825"/>
          </a:xfrm>
          <a:prstGeom prst="rect">
            <a:avLst/>
          </a:prstGeom>
          <a:noFill/>
        </p:spPr>
        <p:txBody>
          <a:bodyPr wrap="square" rtlCol="0" anchor="t"/>
          <a:lstStyle/>
          <a:p>
            <a:pPr marL="342900" lvl="1" indent="0" algn="l">
              <a:lnSpc>
                <a:spcPts val="3325"/>
              </a:lnSpc>
              <a:buSzPct val="100000"/>
              <a:buNone/>
            </a:pPr>
            <a:r>
              <a:rPr lang="en-US" b="1" dirty="0">
                <a:solidFill>
                  <a:srgbClr val="B8B6B5"/>
                </a:solidFill>
                <a:latin typeface="Open Sans" panose="020B0606030504020204" charset="0"/>
                <a:ea typeface="Roboto" pitchFamily="34" charset="-122"/>
                <a:cs typeface="Open Sans" panose="020B0606030504020204" charset="0"/>
              </a:rPr>
              <a:t>Result</a:t>
            </a:r>
            <a:r>
              <a:rPr lang="en-US" dirty="0">
                <a:solidFill>
                  <a:srgbClr val="B8B6B5"/>
                </a:solidFill>
                <a:latin typeface="Open Sans" panose="020B0606030504020204" charset="0"/>
                <a:ea typeface="Roboto" pitchFamily="34" charset="-122"/>
                <a:cs typeface="Open Sans" panose="020B0606030504020204" charset="0"/>
              </a:rPr>
              <a:t>: {"1.html": 0.05, "2.html": 0.475, "3.html": 0.475}</a:t>
            </a:r>
            <a:endParaRPr lang="en-US" dirty="0">
              <a:solidFill>
                <a:srgbClr val="B8B6B5"/>
              </a:solidFill>
              <a:latin typeface="Open Sans" panose="020B0606030504020204" charset="0"/>
              <a:ea typeface="Roboto" pitchFamily="34" charset="-122"/>
              <a:cs typeface="Open Sans" panose="020B0606030504020204" charset="0"/>
            </a:endParaRPr>
          </a:p>
        </p:txBody>
      </p:sp>
      <p:sp>
        <p:nvSpPr>
          <p:cNvPr id="10" name="Text 8"/>
          <p:cNvSpPr/>
          <p:nvPr/>
        </p:nvSpPr>
        <p:spPr>
          <a:xfrm>
            <a:off x="8030845" y="825500"/>
            <a:ext cx="5747385" cy="412115"/>
          </a:xfrm>
          <a:prstGeom prst="rect">
            <a:avLst/>
          </a:prstGeom>
          <a:noFill/>
        </p:spPr>
        <p:txBody>
          <a:bodyPr wrap="none" rtlCol="0" anchor="t"/>
          <a:lstStyle/>
          <a:p>
            <a:pPr marL="0" indent="0">
              <a:lnSpc>
                <a:spcPts val="3245"/>
              </a:lnSpc>
              <a:buNone/>
            </a:pPr>
            <a:r>
              <a:rPr lang="en-US" sz="2600" b="1" dirty="0">
                <a:solidFill>
                  <a:srgbClr val="B8B6B5"/>
                </a:solidFill>
                <a:latin typeface="Open Sans" panose="020B0606030504020204" charset="0"/>
                <a:ea typeface="Poppins" pitchFamily="34" charset="-122"/>
                <a:cs typeface="Open Sans" panose="020B0606030504020204" charset="0"/>
              </a:rPr>
              <a:t>Example</a:t>
            </a:r>
            <a:r>
              <a:rPr lang="en-US" sz="2600" dirty="0">
                <a:solidFill>
                  <a:srgbClr val="B8B6B5"/>
                </a:solidFill>
                <a:latin typeface="Open Sans" panose="020B0606030504020204" charset="0"/>
                <a:ea typeface="Poppins" pitchFamily="34" charset="-122"/>
                <a:cs typeface="Open Sans" panose="020B0606030504020204" charset="0"/>
              </a:rPr>
              <a:t>:</a:t>
            </a:r>
            <a:r>
              <a:rPr lang="en-US" sz="2600" b="1" dirty="0">
                <a:solidFill>
                  <a:srgbClr val="B8B6B5"/>
                </a:solidFill>
                <a:latin typeface="Open Sans" panose="020B0606030504020204" charset="0"/>
                <a:ea typeface="Poppins" pitchFamily="34" charset="-122"/>
                <a:cs typeface="Open Sans" panose="020B0606030504020204" charset="0"/>
              </a:rPr>
              <a:t> </a:t>
            </a:r>
            <a:endParaRPr lang="en-US" sz="2600" b="1" dirty="0">
              <a:solidFill>
                <a:srgbClr val="B8B6B5"/>
              </a:solidFill>
              <a:latin typeface="Open Sans" panose="020B0606030504020204" charset="0"/>
              <a:ea typeface="Poppins" pitchFamily="34" charset="-122"/>
              <a:cs typeface="Open Sans" panose="020B0606030504020204" charset="0"/>
            </a:endParaRPr>
          </a:p>
        </p:txBody>
      </p:sp>
      <p:sp>
        <p:nvSpPr>
          <p:cNvPr id="11" name="Text 9"/>
          <p:cNvSpPr/>
          <p:nvPr/>
        </p:nvSpPr>
        <p:spPr>
          <a:xfrm>
            <a:off x="7872095" y="1237615"/>
            <a:ext cx="5126990" cy="970915"/>
          </a:xfrm>
          <a:prstGeom prst="rect">
            <a:avLst/>
          </a:prstGeom>
          <a:noFill/>
        </p:spPr>
        <p:txBody>
          <a:bodyPr wrap="square" rtlCol="0" anchor="t"/>
          <a:lstStyle/>
          <a:p>
            <a:pPr marL="342900" lvl="1" indent="0" algn="l">
              <a:lnSpc>
                <a:spcPts val="3325"/>
              </a:lnSpc>
              <a:buSzPct val="100000"/>
              <a:buNone/>
            </a:pPr>
            <a:r>
              <a:rPr lang="en-US" sz="2080" dirty="0">
                <a:solidFill>
                  <a:srgbClr val="B8B6B5"/>
                </a:solidFill>
                <a:latin typeface="Open Sans" panose="020B0606030504020204" charset="0"/>
                <a:ea typeface="Roboto" pitchFamily="34" charset="-122"/>
                <a:cs typeface="Open Sans" panose="020B0606030504020204" charset="0"/>
              </a:rPr>
              <a:t>For a corpus with 3 pages, each starts with PR≈0.333 .</a:t>
            </a:r>
            <a:endParaRPr lang="en-US" sz="2080" dirty="0">
              <a:solidFill>
                <a:srgbClr val="B8B6B5"/>
              </a:solidFill>
              <a:latin typeface="Open Sans" panose="020B0606030504020204" charset="0"/>
              <a:ea typeface="Roboto" pitchFamily="34" charset="-122"/>
              <a:cs typeface="Open Sans" panose="020B0606030504020204" charset="0"/>
            </a:endParaRPr>
          </a:p>
        </p:txBody>
      </p:sp>
      <p:sp>
        <p:nvSpPr>
          <p:cNvPr id="12" name="Text 10"/>
          <p:cNvSpPr/>
          <p:nvPr/>
        </p:nvSpPr>
        <p:spPr>
          <a:xfrm>
            <a:off x="8244840" y="2512695"/>
            <a:ext cx="5862320" cy="422275"/>
          </a:xfrm>
          <a:prstGeom prst="rect">
            <a:avLst/>
          </a:prstGeom>
          <a:noFill/>
        </p:spPr>
        <p:txBody>
          <a:bodyPr wrap="none" rtlCol="0" anchor="t"/>
          <a:lstStyle/>
          <a:p>
            <a:pPr indent="0" algn="l">
              <a:lnSpc>
                <a:spcPts val="3325"/>
              </a:lnSpc>
              <a:buSzPct val="100000"/>
              <a:buNone/>
            </a:pPr>
            <a:r>
              <a:rPr lang="en-US" sz="2080" b="1" dirty="0">
                <a:solidFill>
                  <a:srgbClr val="B8B6B5"/>
                </a:solidFill>
                <a:latin typeface="Open Sans" panose="020B0606030504020204" charset="0"/>
                <a:ea typeface="Roboto" pitchFamily="34" charset="-122"/>
                <a:cs typeface="Open Sans" panose="020B0606030504020204" charset="0"/>
              </a:rPr>
              <a:t>Update Rule</a:t>
            </a:r>
            <a:r>
              <a:rPr lang="en-US" sz="2080" dirty="0">
                <a:solidFill>
                  <a:srgbClr val="B8B6B5"/>
                </a:solidFill>
                <a:latin typeface="Open Sans" panose="020B0606030504020204" charset="0"/>
                <a:ea typeface="Roboto" pitchFamily="34" charset="-122"/>
                <a:cs typeface="Open Sans" panose="020B0606030504020204" charset="0"/>
              </a:rPr>
              <a:t>:</a:t>
            </a:r>
            <a:endParaRPr lang="en-US" sz="2080" dirty="0">
              <a:solidFill>
                <a:srgbClr val="B8B6B5"/>
              </a:solidFill>
              <a:latin typeface="Open Sans" panose="020B0606030504020204" charset="0"/>
              <a:ea typeface="Roboto" pitchFamily="34" charset="-122"/>
              <a:cs typeface="Open Sans" panose="020B0606030504020204" charset="0"/>
            </a:endParaRPr>
          </a:p>
        </p:txBody>
      </p:sp>
      <p:sp>
        <p:nvSpPr>
          <p:cNvPr id="13" name="Text 11"/>
          <p:cNvSpPr/>
          <p:nvPr/>
        </p:nvSpPr>
        <p:spPr>
          <a:xfrm>
            <a:off x="8102600" y="2934970"/>
            <a:ext cx="5126990" cy="422275"/>
          </a:xfrm>
          <a:prstGeom prst="rect">
            <a:avLst/>
          </a:prstGeom>
          <a:noFill/>
        </p:spPr>
        <p:txBody>
          <a:bodyPr wrap="none" rtlCol="0" anchor="t"/>
          <a:lstStyle/>
          <a:p>
            <a:pPr marL="342900" lvl="1" indent="0" algn="l">
              <a:lnSpc>
                <a:spcPts val="3325"/>
              </a:lnSpc>
              <a:buSzPct val="100000"/>
              <a:buNone/>
            </a:pPr>
            <a:r>
              <a:rPr lang="en-US" sz="2080" b="1" dirty="0">
                <a:solidFill>
                  <a:srgbClr val="B8B6B5"/>
                </a:solidFill>
                <a:latin typeface="Open Sans" panose="020B0606030504020204" charset="0"/>
                <a:ea typeface="Roboto" pitchFamily="34" charset="-122"/>
                <a:cs typeface="Open Sans" panose="020B0606030504020204" charset="0"/>
              </a:rPr>
              <a:t>Formula</a:t>
            </a:r>
            <a:r>
              <a:rPr lang="en-US" sz="2080" dirty="0">
                <a:solidFill>
                  <a:srgbClr val="B8B6B5"/>
                </a:solidFill>
                <a:latin typeface="Open Sans" panose="020B0606030504020204" charset="0"/>
                <a:ea typeface="Roboto" pitchFamily="34" charset="-122"/>
                <a:cs typeface="Open Sans" panose="020B0606030504020204" charset="0"/>
              </a:rPr>
              <a:t>:</a:t>
            </a:r>
            <a:endParaRPr lang="en-US" sz="2080" dirty="0">
              <a:solidFill>
                <a:srgbClr val="B8B6B5"/>
              </a:solidFill>
              <a:latin typeface="Open Sans" panose="020B0606030504020204" charset="0"/>
              <a:ea typeface="Roboto" pitchFamily="34" charset="-122"/>
              <a:cs typeface="Open Sans" panose="020B0606030504020204" charset="0"/>
            </a:endParaRPr>
          </a:p>
        </p:txBody>
      </p:sp>
      <p:pic>
        <p:nvPicPr>
          <p:cNvPr id="31" name="Picture 30"/>
          <p:cNvPicPr>
            <a:picLocks noChangeAspect="1"/>
          </p:cNvPicPr>
          <p:nvPr/>
        </p:nvPicPr>
        <p:blipFill>
          <a:blip r:embed="rId1"/>
          <a:stretch>
            <a:fillRect/>
          </a:stretch>
        </p:blipFill>
        <p:spPr>
          <a:xfrm>
            <a:off x="8244840" y="3613150"/>
            <a:ext cx="5198745" cy="1148080"/>
          </a:xfrm>
          <a:prstGeom prst="rect">
            <a:avLst/>
          </a:prstGeom>
        </p:spPr>
      </p:pic>
      <p:sp>
        <p:nvSpPr>
          <p:cNvPr id="35" name="Text Box 34"/>
          <p:cNvSpPr txBox="1"/>
          <p:nvPr/>
        </p:nvSpPr>
        <p:spPr>
          <a:xfrm>
            <a:off x="8102600" y="5017135"/>
            <a:ext cx="6595110" cy="2541905"/>
          </a:xfrm>
          <a:prstGeom prst="rect">
            <a:avLst/>
          </a:prstGeom>
          <a:noFill/>
        </p:spPr>
        <p:txBody>
          <a:bodyPr wrap="square" rtlCol="0">
            <a:noAutofit/>
          </a:bodyPr>
          <a:p>
            <a:r>
              <a:rPr lang="en-US" sz="2000">
                <a:solidFill>
                  <a:srgbClr val="B8B6B5"/>
                </a:solidFill>
                <a:latin typeface="Open Sans" panose="020B0606030504020204" charset="0"/>
                <a:cs typeface="Open Sans" panose="020B0606030504020204" charset="0"/>
              </a:rPr>
              <a:t>Where:</a:t>
            </a:r>
            <a:endParaRPr lang="en-US" sz="2000">
              <a:solidFill>
                <a:srgbClr val="B8B6B5"/>
              </a:solidFill>
              <a:latin typeface="Open Sans" panose="020B0606030504020204" charset="0"/>
              <a:cs typeface="Open Sans" panose="020B0606030504020204" charset="0"/>
            </a:endParaRPr>
          </a:p>
          <a:p>
            <a:endParaRPr lang="en-US" sz="2000">
              <a:solidFill>
                <a:srgbClr val="B8B6B5"/>
              </a:solidFill>
              <a:latin typeface="Open Sans" panose="020B0606030504020204" charset="0"/>
              <a:cs typeface="Open Sans" panose="020B0606030504020204" charset="0"/>
            </a:endParaRPr>
          </a:p>
          <a:p>
            <a:r>
              <a:rPr lang="en-US" sz="2000">
                <a:solidFill>
                  <a:srgbClr val="B8B6B5"/>
                </a:solidFill>
                <a:latin typeface="Open Sans" panose="020B0606030504020204" charset="0"/>
                <a:cs typeface="Open Sans" panose="020B0606030504020204" charset="0"/>
              </a:rPr>
              <a:t>PR(p): PageRank of page </a:t>
            </a:r>
            <a:endParaRPr lang="en-US" sz="2000">
              <a:solidFill>
                <a:srgbClr val="B8B6B5"/>
              </a:solidFill>
              <a:latin typeface="Open Sans" panose="020B0606030504020204" charset="0"/>
              <a:cs typeface="Open Sans" panose="020B0606030504020204" charset="0"/>
            </a:endParaRPr>
          </a:p>
          <a:p>
            <a:endParaRPr lang="en-US" sz="2000">
              <a:solidFill>
                <a:srgbClr val="B8B6B5"/>
              </a:solidFill>
              <a:latin typeface="Open Sans" panose="020B0606030504020204" charset="0"/>
              <a:cs typeface="Open Sans" panose="020B0606030504020204" charset="0"/>
            </a:endParaRPr>
          </a:p>
          <a:p>
            <a:r>
              <a:rPr lang="en-US" sz="2000">
                <a:solidFill>
                  <a:srgbClr val="B8B6B5"/>
                </a:solidFill>
                <a:latin typeface="Open Sans" panose="020B0606030504020204" charset="0"/>
                <a:cs typeface="Open Sans" panose="020B0606030504020204" charset="0"/>
              </a:rPr>
              <a:t>M(p): Set of pages that link to page </a:t>
            </a:r>
            <a:endParaRPr lang="en-US" sz="2000">
              <a:solidFill>
                <a:srgbClr val="B8B6B5"/>
              </a:solidFill>
              <a:latin typeface="Open Sans" panose="020B0606030504020204" charset="0"/>
              <a:cs typeface="Open Sans" panose="020B0606030504020204" charset="0"/>
            </a:endParaRPr>
          </a:p>
          <a:p>
            <a:endParaRPr lang="en-US" sz="2000">
              <a:solidFill>
                <a:srgbClr val="B8B6B5"/>
              </a:solidFill>
              <a:latin typeface="Open Sans" panose="020B0606030504020204" charset="0"/>
              <a:cs typeface="Open Sans" panose="020B0606030504020204" charset="0"/>
            </a:endParaRPr>
          </a:p>
          <a:p>
            <a:r>
              <a:rPr lang="en-US" sz="2000">
                <a:solidFill>
                  <a:srgbClr val="B8B6B5"/>
                </a:solidFill>
                <a:latin typeface="Open Sans" panose="020B0606030504020204" charset="0"/>
                <a:cs typeface="Open Sans" panose="020B0606030504020204" charset="0"/>
              </a:rPr>
              <a:t>PR(i): PageRank of page </a:t>
            </a:r>
            <a:endParaRPr lang="en-US" sz="2000">
              <a:solidFill>
                <a:srgbClr val="B8B6B5"/>
              </a:solidFill>
              <a:latin typeface="Open Sans" panose="020B0606030504020204" charset="0"/>
              <a:cs typeface="Open Sans" panose="020B0606030504020204" charset="0"/>
            </a:endParaRPr>
          </a:p>
          <a:p>
            <a:endParaRPr lang="en-US" sz="2000">
              <a:solidFill>
                <a:srgbClr val="B8B6B5"/>
              </a:solidFill>
              <a:latin typeface="Open Sans" panose="020B0606030504020204" charset="0"/>
              <a:cs typeface="Open Sans" panose="020B0606030504020204" charset="0"/>
            </a:endParaRPr>
          </a:p>
          <a:p>
            <a:r>
              <a:rPr lang="en-US" sz="2000">
                <a:solidFill>
                  <a:srgbClr val="B8B6B5"/>
                </a:solidFill>
                <a:latin typeface="Open Sans" panose="020B0606030504020204" charset="0"/>
                <a:cs typeface="Open Sans" panose="020B0606030504020204" charset="0"/>
              </a:rPr>
              <a:t>L(i): Number of outbound links from page </a:t>
            </a:r>
            <a:endParaRPr lang="en-US" sz="2000">
              <a:solidFill>
                <a:srgbClr val="B8B6B5"/>
              </a:solidFill>
              <a:latin typeface="Open Sans" panose="020B0606030504020204" charset="0"/>
              <a:cs typeface="Open Sans" panose="020B060603050402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0" y="0"/>
            <a:ext cx="8546465" cy="8229600"/>
          </a:xfrm>
          <a:prstGeom prst="rect">
            <a:avLst/>
          </a:prstGeom>
          <a:solidFill>
            <a:srgbClr val="050505"/>
          </a:solidFill>
        </p:spPr>
        <p:txBody>
          <a:bodyPr/>
          <a:lstStyle/>
          <a:p>
            <a:endParaRPr lang="en-US"/>
          </a:p>
        </p:txBody>
      </p:sp>
      <p:sp>
        <p:nvSpPr>
          <p:cNvPr id="19" name="Text 17"/>
          <p:cNvSpPr/>
          <p:nvPr/>
        </p:nvSpPr>
        <p:spPr>
          <a:xfrm>
            <a:off x="256461" y="203954"/>
            <a:ext cx="3299103" cy="412313"/>
          </a:xfrm>
          <a:prstGeom prst="rect">
            <a:avLst/>
          </a:prstGeom>
          <a:noFill/>
        </p:spPr>
        <p:txBody>
          <a:bodyPr wrap="none" rtlCol="0" anchor="t"/>
          <a:p>
            <a:pPr marL="0" indent="0">
              <a:lnSpc>
                <a:spcPts val="3245"/>
              </a:lnSpc>
              <a:buNone/>
            </a:pPr>
            <a:r>
              <a:rPr lang="en-US" sz="2600" b="1" dirty="0">
                <a:solidFill>
                  <a:schemeClr val="bg1"/>
                </a:solidFill>
                <a:latin typeface="Open Sans" panose="020B0606030504020204" charset="0"/>
                <a:ea typeface="Poppins" pitchFamily="34" charset="-122"/>
                <a:cs typeface="Open Sans" panose="020B0606030504020204" charset="0"/>
              </a:rPr>
              <a:t>Example </a:t>
            </a:r>
            <a:endParaRPr lang="en-US" sz="2600" b="1" dirty="0">
              <a:solidFill>
                <a:schemeClr val="bg1"/>
              </a:solidFill>
              <a:latin typeface="Open Sans" panose="020B0606030504020204" charset="0"/>
              <a:ea typeface="Poppins" pitchFamily="34" charset="-122"/>
              <a:cs typeface="Open Sans" panose="020B0606030504020204" charset="0"/>
            </a:endParaRPr>
          </a:p>
        </p:txBody>
      </p:sp>
      <p:sp>
        <p:nvSpPr>
          <p:cNvPr id="20" name="Text 18"/>
          <p:cNvSpPr/>
          <p:nvPr/>
        </p:nvSpPr>
        <p:spPr>
          <a:xfrm>
            <a:off x="752475" y="844550"/>
            <a:ext cx="6318885" cy="932180"/>
          </a:xfrm>
          <a:prstGeom prst="rect">
            <a:avLst/>
          </a:prstGeom>
          <a:noFill/>
        </p:spPr>
        <p:txBody>
          <a:bodyPr wrap="square" rtlCol="0" anchor="t"/>
          <a:p>
            <a:pPr indent="0" algn="l">
              <a:lnSpc>
                <a:spcPts val="3325"/>
              </a:lnSpc>
              <a:buSzPct val="100000"/>
              <a:buNone/>
            </a:pPr>
            <a:r>
              <a:rPr lang="en-US" b="1" dirty="0">
                <a:solidFill>
                  <a:srgbClr val="B8B6B5"/>
                </a:solidFill>
                <a:latin typeface="Open Sans" panose="020B0606030504020204" charset="0"/>
                <a:ea typeface="Roboto" pitchFamily="34" charset="-122"/>
                <a:cs typeface="Open Sans" panose="020B0606030504020204" charset="0"/>
              </a:rPr>
              <a:t>Corpus</a:t>
            </a:r>
            <a:r>
              <a:rPr lang="en-US" dirty="0">
                <a:solidFill>
                  <a:srgbClr val="B8B6B5"/>
                </a:solidFill>
                <a:latin typeface="Open Sans" panose="020B0606030504020204" charset="0"/>
                <a:ea typeface="Roboto" pitchFamily="34" charset="-122"/>
                <a:cs typeface="Open Sans" panose="020B0606030504020204" charset="0"/>
              </a:rPr>
              <a:t>: {"1.html": {"2.html", "3.html"}, "2.html": {"3.html"}, "3.html": {"2.html"}}</a:t>
            </a:r>
            <a:endParaRPr lang="en-US" dirty="0">
              <a:solidFill>
                <a:srgbClr val="B8B6B5"/>
              </a:solidFill>
              <a:latin typeface="Open Sans" panose="020B0606030504020204" charset="0"/>
              <a:ea typeface="Roboto" pitchFamily="34" charset="-122"/>
              <a:cs typeface="Open Sans" panose="020B0606030504020204" charset="0"/>
            </a:endParaRPr>
          </a:p>
        </p:txBody>
      </p:sp>
      <p:sp>
        <p:nvSpPr>
          <p:cNvPr id="21" name="Text 19"/>
          <p:cNvSpPr/>
          <p:nvPr/>
        </p:nvSpPr>
        <p:spPr>
          <a:xfrm>
            <a:off x="752316" y="1689298"/>
            <a:ext cx="3365063" cy="422315"/>
          </a:xfrm>
          <a:prstGeom prst="rect">
            <a:avLst/>
          </a:prstGeom>
          <a:noFill/>
        </p:spPr>
        <p:txBody>
          <a:bodyPr wrap="none" rtlCol="0" anchor="t"/>
          <a:p>
            <a:pPr indent="0" algn="l">
              <a:lnSpc>
                <a:spcPts val="3325"/>
              </a:lnSpc>
              <a:buSzPct val="100000"/>
              <a:buNone/>
            </a:pPr>
            <a:r>
              <a:rPr lang="en-US" b="1" dirty="0">
                <a:solidFill>
                  <a:srgbClr val="B8B6B5"/>
                </a:solidFill>
                <a:latin typeface="Open Sans" panose="020B0606030504020204" charset="0"/>
                <a:ea typeface="Roboto" pitchFamily="34" charset="-122"/>
                <a:cs typeface="Open Sans" panose="020B0606030504020204" charset="0"/>
              </a:rPr>
              <a:t>Damping Factor</a:t>
            </a:r>
            <a:r>
              <a:rPr lang="en-US" dirty="0">
                <a:solidFill>
                  <a:srgbClr val="B8B6B5"/>
                </a:solidFill>
                <a:latin typeface="Open Sans" panose="020B0606030504020204" charset="0"/>
                <a:ea typeface="Roboto" pitchFamily="34" charset="-122"/>
                <a:cs typeface="Open Sans" panose="020B0606030504020204" charset="0"/>
              </a:rPr>
              <a:t>: 0.85</a:t>
            </a:r>
            <a:endParaRPr lang="en-US" dirty="0">
              <a:solidFill>
                <a:srgbClr val="B8B6B5"/>
              </a:solidFill>
              <a:latin typeface="Open Sans" panose="020B0606030504020204" charset="0"/>
              <a:ea typeface="Roboto" pitchFamily="34" charset="-122"/>
              <a:cs typeface="Open Sans" panose="020B0606030504020204" charset="0"/>
            </a:endParaRPr>
          </a:p>
        </p:txBody>
      </p:sp>
      <p:sp>
        <p:nvSpPr>
          <p:cNvPr id="22" name="Text 20"/>
          <p:cNvSpPr/>
          <p:nvPr/>
        </p:nvSpPr>
        <p:spPr>
          <a:xfrm>
            <a:off x="752475" y="2157730"/>
            <a:ext cx="6298565" cy="928370"/>
          </a:xfrm>
          <a:prstGeom prst="rect">
            <a:avLst/>
          </a:prstGeom>
          <a:noFill/>
        </p:spPr>
        <p:txBody>
          <a:bodyPr wrap="square" rtlCol="0" anchor="t"/>
          <a:p>
            <a:pPr indent="0" algn="l">
              <a:lnSpc>
                <a:spcPts val="3325"/>
              </a:lnSpc>
              <a:buSzPct val="100000"/>
              <a:buNone/>
            </a:pPr>
            <a:r>
              <a:rPr lang="en-US" b="1" dirty="0">
                <a:solidFill>
                  <a:srgbClr val="B8B6B5"/>
                </a:solidFill>
                <a:latin typeface="Open Sans" panose="020B0606030504020204" charset="0"/>
                <a:ea typeface="Roboto" pitchFamily="34" charset="-122"/>
                <a:cs typeface="Open Sans" panose="020B0606030504020204" charset="0"/>
              </a:rPr>
              <a:t>Initial PageRank</a:t>
            </a:r>
            <a:r>
              <a:rPr lang="en-US" dirty="0">
                <a:solidFill>
                  <a:srgbClr val="B8B6B5"/>
                </a:solidFill>
                <a:latin typeface="Open Sans" panose="020B0606030504020204" charset="0"/>
                <a:ea typeface="Roboto" pitchFamily="34" charset="-122"/>
                <a:cs typeface="Open Sans" panose="020B0606030504020204" charset="0"/>
              </a:rPr>
              <a:t>: {"1.html": 0.333, "2.html": 0.333, "3.html": 0.333}</a:t>
            </a:r>
            <a:endParaRPr lang="en-US" dirty="0">
              <a:solidFill>
                <a:srgbClr val="B8B6B5"/>
              </a:solidFill>
              <a:latin typeface="Open Sans" panose="020B0606030504020204" charset="0"/>
              <a:ea typeface="Roboto" pitchFamily="34" charset="-122"/>
              <a:cs typeface="Open Sans" panose="020B0606030504020204" charset="0"/>
            </a:endParaRPr>
          </a:p>
          <a:p>
            <a:pPr indent="0" algn="l">
              <a:lnSpc>
                <a:spcPts val="3325"/>
              </a:lnSpc>
              <a:buSzPct val="100000"/>
              <a:buNone/>
            </a:pPr>
            <a:endParaRPr lang="en-US" dirty="0">
              <a:solidFill>
                <a:srgbClr val="B8B6B5"/>
              </a:solidFill>
              <a:latin typeface="Open Sans" panose="020B0606030504020204" charset="0"/>
              <a:ea typeface="Roboto" pitchFamily="34" charset="-122"/>
              <a:cs typeface="Open Sans" panose="020B0606030504020204" charset="0"/>
            </a:endParaRPr>
          </a:p>
        </p:txBody>
      </p:sp>
      <p:sp>
        <p:nvSpPr>
          <p:cNvPr id="23" name="Text 21"/>
          <p:cNvSpPr/>
          <p:nvPr/>
        </p:nvSpPr>
        <p:spPr>
          <a:xfrm>
            <a:off x="752316" y="3270766"/>
            <a:ext cx="3365063" cy="422315"/>
          </a:xfrm>
          <a:prstGeom prst="rect">
            <a:avLst/>
          </a:prstGeom>
          <a:noFill/>
        </p:spPr>
        <p:txBody>
          <a:bodyPr wrap="none" rtlCol="0" anchor="t"/>
          <a:p>
            <a:pPr indent="0" algn="l">
              <a:lnSpc>
                <a:spcPts val="3325"/>
              </a:lnSpc>
              <a:buSzPct val="100000"/>
              <a:buNone/>
            </a:pPr>
            <a:r>
              <a:rPr lang="en-US" b="1" dirty="0">
                <a:solidFill>
                  <a:srgbClr val="B8B6B5"/>
                </a:solidFill>
                <a:latin typeface="Open Sans" panose="020B0606030504020204" charset="0"/>
                <a:ea typeface="Roboto" pitchFamily="34" charset="-122"/>
                <a:cs typeface="Open Sans" panose="020B0606030504020204" charset="0"/>
              </a:rPr>
              <a:t>Iteration 1</a:t>
            </a:r>
            <a:r>
              <a:rPr lang="en-US" dirty="0">
                <a:solidFill>
                  <a:srgbClr val="B8B6B5"/>
                </a:solidFill>
                <a:latin typeface="Open Sans" panose="020B0606030504020204" charset="0"/>
                <a:ea typeface="Roboto" pitchFamily="34" charset="-122"/>
                <a:cs typeface="Open Sans" panose="020B0606030504020204" charset="0"/>
              </a:rPr>
              <a:t>:</a:t>
            </a:r>
            <a:endParaRPr lang="en-US" dirty="0">
              <a:solidFill>
                <a:srgbClr val="B8B6B5"/>
              </a:solidFill>
              <a:latin typeface="Open Sans" panose="020B0606030504020204" charset="0"/>
              <a:ea typeface="Roboto" pitchFamily="34" charset="-122"/>
              <a:cs typeface="Open Sans" panose="020B0606030504020204" charset="0"/>
            </a:endParaRPr>
          </a:p>
        </p:txBody>
      </p:sp>
      <p:sp>
        <p:nvSpPr>
          <p:cNvPr id="24" name="Text 22"/>
          <p:cNvSpPr/>
          <p:nvPr/>
        </p:nvSpPr>
        <p:spPr>
          <a:xfrm>
            <a:off x="539115" y="3693160"/>
            <a:ext cx="7722235" cy="3308350"/>
          </a:xfrm>
          <a:prstGeom prst="rect">
            <a:avLst/>
          </a:prstGeom>
          <a:noFill/>
        </p:spPr>
        <p:txBody>
          <a:bodyPr wrap="square" rtlCol="0" anchor="t"/>
          <a:p>
            <a:pPr marL="342900" lvl="1" indent="0" algn="l">
              <a:lnSpc>
                <a:spcPts val="3325"/>
              </a:lnSpc>
              <a:buSzPct val="100000"/>
              <a:buNone/>
            </a:pPr>
            <a:r>
              <a:rPr lang="en-US" dirty="0">
                <a:solidFill>
                  <a:srgbClr val="B8B6B5"/>
                </a:solidFill>
                <a:latin typeface="Open Sans" panose="020B0606030504020204" charset="0"/>
                <a:ea typeface="Roboto" pitchFamily="34" charset="-122"/>
                <a:cs typeface="Open Sans" panose="020B0606030504020204" charset="0"/>
              </a:rPr>
              <a:t>1.html: (1-0.85)/3 + 0.85*(0) = 0.05 + 0 = 0.05</a:t>
            </a:r>
            <a:endParaRPr lang="en-US" dirty="0">
              <a:solidFill>
                <a:srgbClr val="B8B6B5"/>
              </a:solidFill>
              <a:latin typeface="Open Sans" panose="020B0606030504020204" charset="0"/>
              <a:ea typeface="Roboto" pitchFamily="34" charset="-122"/>
              <a:cs typeface="Open Sans" panose="020B0606030504020204" charset="0"/>
            </a:endParaRPr>
          </a:p>
          <a:p>
            <a:pPr marL="342900" lvl="1" indent="0" algn="l">
              <a:lnSpc>
                <a:spcPts val="3325"/>
              </a:lnSpc>
              <a:buSzPct val="100000"/>
              <a:buNone/>
            </a:pPr>
            <a:endParaRPr lang="en-US" dirty="0">
              <a:solidFill>
                <a:srgbClr val="B8B6B5"/>
              </a:solidFill>
              <a:latin typeface="Open Sans" panose="020B0606030504020204" charset="0"/>
              <a:ea typeface="Roboto" pitchFamily="34" charset="-122"/>
              <a:cs typeface="Open Sans" panose="020B0606030504020204" charset="0"/>
            </a:endParaRPr>
          </a:p>
          <a:p>
            <a:pPr marL="342900" lvl="1" indent="0" algn="l">
              <a:lnSpc>
                <a:spcPts val="3325"/>
              </a:lnSpc>
              <a:buSzPct val="100000"/>
              <a:buNone/>
            </a:pPr>
            <a:r>
              <a:rPr lang="en-US" dirty="0">
                <a:solidFill>
                  <a:srgbClr val="B8B6B5"/>
                </a:solidFill>
                <a:latin typeface="Open Sans" panose="020B0606030504020204" charset="0"/>
                <a:ea typeface="Roboto" pitchFamily="34" charset="-122"/>
                <a:cs typeface="Open Sans" panose="020B0606030504020204" charset="0"/>
              </a:rPr>
              <a:t>2.html: (1-0.85)/3 + 0.85*(0.333/2 + 0.333/1) = 0.05 + 0.425 = 0.475</a:t>
            </a:r>
            <a:endParaRPr lang="en-US" dirty="0">
              <a:solidFill>
                <a:srgbClr val="B8B6B5"/>
              </a:solidFill>
              <a:latin typeface="Open Sans" panose="020B0606030504020204" charset="0"/>
              <a:ea typeface="Roboto" pitchFamily="34" charset="-122"/>
              <a:cs typeface="Open Sans" panose="020B0606030504020204" charset="0"/>
            </a:endParaRPr>
          </a:p>
          <a:p>
            <a:pPr marL="342900" lvl="1" indent="0" algn="l">
              <a:lnSpc>
                <a:spcPts val="3325"/>
              </a:lnSpc>
              <a:buSzPct val="100000"/>
              <a:buNone/>
            </a:pPr>
            <a:endParaRPr lang="en-US" dirty="0">
              <a:solidFill>
                <a:srgbClr val="B8B6B5"/>
              </a:solidFill>
              <a:latin typeface="Open Sans" panose="020B0606030504020204" charset="0"/>
              <a:ea typeface="Roboto" pitchFamily="34" charset="-122"/>
              <a:cs typeface="Open Sans" panose="020B0606030504020204" charset="0"/>
            </a:endParaRPr>
          </a:p>
          <a:p>
            <a:pPr marL="0" lvl="1" indent="0" algn="l">
              <a:lnSpc>
                <a:spcPts val="3325"/>
              </a:lnSpc>
              <a:buSzPct val="100000"/>
              <a:buNone/>
            </a:pPr>
            <a:r>
              <a:rPr lang="en-US" dirty="0">
                <a:solidFill>
                  <a:srgbClr val="B8B6B5"/>
                </a:solidFill>
                <a:latin typeface="Open Sans" panose="020B0606030504020204" charset="0"/>
                <a:ea typeface="Roboto" pitchFamily="34" charset="-122"/>
                <a:cs typeface="Open Sans" panose="020B0606030504020204" charset="0"/>
              </a:rPr>
              <a:t>      3.html: (1-0.85)/3 + 0.85*(0.333/2 + 0.333/1) = </a:t>
            </a:r>
            <a:r>
              <a:rPr lang="en-US" dirty="0">
                <a:solidFill>
                  <a:srgbClr val="B8B6B5"/>
                </a:solidFill>
                <a:latin typeface="Open Sans" panose="020B0606030504020204" charset="0"/>
                <a:ea typeface="Roboto" pitchFamily="34" charset="-122"/>
                <a:cs typeface="Open Sans" panose="020B0606030504020204" charset="0"/>
                <a:sym typeface="+mn-ea"/>
              </a:rPr>
              <a:t>0.05 + 0.425 = 0.475</a:t>
            </a:r>
            <a:endParaRPr lang="en-US" dirty="0">
              <a:solidFill>
                <a:srgbClr val="B8B6B5"/>
              </a:solidFill>
              <a:latin typeface="Open Sans" panose="020B0606030504020204" charset="0"/>
              <a:ea typeface="Roboto" pitchFamily="34" charset="-122"/>
              <a:cs typeface="Open Sans" panose="020B0606030504020204" charset="0"/>
            </a:endParaRPr>
          </a:p>
        </p:txBody>
      </p:sp>
      <p:pic>
        <p:nvPicPr>
          <p:cNvPr id="13" name="Content Placeholder 12"/>
          <p:cNvPicPr>
            <a:picLocks noChangeAspect="1"/>
          </p:cNvPicPr>
          <p:nvPr>
            <p:ph idx="1"/>
          </p:nvPr>
        </p:nvPicPr>
        <p:blipFill>
          <a:blip r:embed="rId1"/>
          <a:stretch>
            <a:fillRect/>
          </a:stretch>
        </p:blipFill>
        <p:spPr>
          <a:xfrm>
            <a:off x="9637395" y="-10160"/>
            <a:ext cx="4993005" cy="82664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2" name="Title 1"/>
          <p:cNvSpPr>
            <a:spLocks noGrp="1"/>
          </p:cNvSpPr>
          <p:nvPr>
            <p:ph type="title"/>
          </p:nvPr>
        </p:nvSpPr>
        <p:spPr>
          <a:xfrm>
            <a:off x="401320" y="762000"/>
            <a:ext cx="13167360" cy="2016760"/>
          </a:xfrm>
        </p:spPr>
        <p:txBody>
          <a:bodyPr/>
          <a:p>
            <a:pPr algn="l">
              <a:buFont typeface="Arial" panose="020B0604020202020204" pitchFamily="34" charset="0"/>
            </a:pPr>
            <a:r>
              <a:rPr lang="en-US" sz="5400">
                <a:solidFill>
                  <a:schemeClr val="bg1"/>
                </a:solidFill>
                <a:latin typeface="Open Sans" panose="020B0606030504020204" charset="0"/>
                <a:cs typeface="Open Sans" panose="020B0606030504020204" charset="0"/>
              </a:rPr>
              <a:t>Methods</a:t>
            </a:r>
            <a:br>
              <a:rPr lang="en-US" sz="3200">
                <a:solidFill>
                  <a:srgbClr val="B8B6B5"/>
                </a:solidFill>
                <a:latin typeface="Open Sans" panose="020B0606030504020204" charset="0"/>
                <a:cs typeface="Open Sans" panose="020B0606030504020204" charset="0"/>
              </a:rPr>
            </a:br>
            <a:r>
              <a:rPr lang="en-US" sz="3200">
                <a:solidFill>
                  <a:srgbClr val="B8B6B5"/>
                </a:solidFill>
                <a:latin typeface="Open Sans" panose="020B0606030504020204" charset="0"/>
                <a:cs typeface="Open Sans" panose="020B0606030504020204" charset="0"/>
              </a:rPr>
              <a:t>The code features various functions for computing PageRank scores. The main function initiates the program, prompting users for a directory path with HTML pages. It employs the crawl function to extract links, constructing a corpus of interconnected web pages.</a:t>
            </a:r>
            <a:endParaRPr lang="en-US" sz="3200">
              <a:solidFill>
                <a:srgbClr val="B8B6B5"/>
              </a:solidFill>
              <a:latin typeface="Open Sans" panose="020B0606030504020204" charset="0"/>
              <a:cs typeface="Open Sans" panose="020B0606030504020204" charset="0"/>
            </a:endParaRPr>
          </a:p>
        </p:txBody>
      </p:sp>
      <p:sp>
        <p:nvSpPr>
          <p:cNvPr id="3" name="Text Box 2"/>
          <p:cNvSpPr txBox="1"/>
          <p:nvPr/>
        </p:nvSpPr>
        <p:spPr>
          <a:xfrm>
            <a:off x="916940" y="3500120"/>
            <a:ext cx="13065760" cy="4053205"/>
          </a:xfrm>
          <a:prstGeom prst="rect">
            <a:avLst/>
          </a:prstGeom>
          <a:noFill/>
        </p:spPr>
        <p:txBody>
          <a:bodyPr wrap="square" rtlCol="0">
            <a:noAutofit/>
          </a:bodyPr>
          <a:p>
            <a:r>
              <a:rPr lang="en-US" sz="3200">
                <a:solidFill>
                  <a:schemeClr val="bg1"/>
                </a:solidFill>
                <a:latin typeface="Open Sans" panose="020B0606030504020204" charset="0"/>
                <a:cs typeface="Open Sans" panose="020B0606030504020204" charset="0"/>
                <a:sym typeface="+mn-ea"/>
              </a:rPr>
              <a:t>Sample</a:t>
            </a:r>
            <a:br>
              <a:rPr lang="en-US" sz="2000">
                <a:solidFill>
                  <a:srgbClr val="B8B6B5"/>
                </a:solidFill>
                <a:latin typeface="Open Sans" panose="020B0606030504020204" charset="0"/>
                <a:cs typeface="Open Sans" panose="020B0606030504020204" charset="0"/>
                <a:sym typeface="+mn-ea"/>
              </a:rPr>
            </a:br>
            <a:r>
              <a:rPr lang="en-US" sz="2000">
                <a:solidFill>
                  <a:srgbClr val="B8B6B5"/>
                </a:solidFill>
                <a:latin typeface="Open Sans" panose="020B0606030504020204" charset="0"/>
                <a:cs typeface="Open Sans" panose="020B0606030504020204" charset="0"/>
                <a:sym typeface="+mn-ea"/>
              </a:rPr>
              <a:t>The sample PageRank function employs random sampling to calculate PageRank scores. It selects pages randomly from the corpus and iterates through a specified number of iterations. During each iteration, it updates a dictionary to track page visits. Transition probabilities between pages are determined by the transition model function.</a:t>
            </a:r>
            <a:endParaRPr lang="en-US" sz="2000">
              <a:solidFill>
                <a:srgbClr val="B8B6B5"/>
              </a:solidFill>
              <a:latin typeface="Open Sans" panose="020B0606030504020204" charset="0"/>
              <a:cs typeface="Open Sans" panose="020B0606030504020204" charset="0"/>
              <a:sym typeface="+mn-ea"/>
            </a:endParaRPr>
          </a:p>
          <a:p>
            <a:br>
              <a:rPr lang="en-US" sz="2000">
                <a:solidFill>
                  <a:srgbClr val="B8B6B5"/>
                </a:solidFill>
                <a:latin typeface="Open Sans" panose="020B0606030504020204" charset="0"/>
                <a:cs typeface="Open Sans" panose="020B0606030504020204" charset="0"/>
                <a:sym typeface="+mn-ea"/>
              </a:rPr>
            </a:br>
            <a:r>
              <a:rPr lang="en-US" sz="3200">
                <a:solidFill>
                  <a:schemeClr val="bg1"/>
                </a:solidFill>
                <a:latin typeface="Open Sans" panose="020B0606030504020204" charset="0"/>
                <a:cs typeface="Open Sans" panose="020B0606030504020204" charset="0"/>
                <a:sym typeface="+mn-ea"/>
              </a:rPr>
              <a:t>Iterative</a:t>
            </a:r>
            <a:br>
              <a:rPr lang="en-US" sz="2000">
                <a:solidFill>
                  <a:srgbClr val="B8B6B5"/>
                </a:solidFill>
                <a:latin typeface="Open Sans" panose="020B0606030504020204" charset="0"/>
                <a:cs typeface="Open Sans" panose="020B0606030504020204" charset="0"/>
                <a:sym typeface="+mn-ea"/>
              </a:rPr>
            </a:br>
            <a:r>
              <a:rPr lang="en-US" sz="2000">
                <a:solidFill>
                  <a:srgbClr val="B8B6B5"/>
                </a:solidFill>
                <a:latin typeface="Open Sans" panose="020B0606030504020204" charset="0"/>
                <a:cs typeface="Open Sans" panose="020B0606030504020204" charset="0"/>
                <a:sym typeface="+mn-ea"/>
              </a:rPr>
              <a:t>The iterate PageRank function adopts an iterative method to compute PageRank scores. It initializes a ranks dictionary and updates scores based on linked page influence until the difference between new and old scores meets a defined threshold. The main function concludes by printing PageRank results for both sampling and iterative methods, offering insights into page importance within the corpus based on their scores.</a:t>
            </a:r>
            <a:endParaRPr lang="en-US" sz="2000">
              <a:solidFill>
                <a:srgbClr val="B8B6B5"/>
              </a:solidFill>
              <a:latin typeface="Open Sans" panose="020B0606030504020204" charset="0"/>
              <a:cs typeface="Open Sans" panose="020B0606030504020204"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 2"/>
          <p:cNvSpPr/>
          <p:nvPr/>
        </p:nvSpPr>
        <p:spPr>
          <a:xfrm>
            <a:off x="784543" y="168910"/>
            <a:ext cx="8084939" cy="824746"/>
          </a:xfrm>
          <a:prstGeom prst="rect">
            <a:avLst/>
          </a:prstGeom>
          <a:noFill/>
        </p:spPr>
        <p:txBody>
          <a:bodyPr wrap="none" rtlCol="0" anchor="t"/>
          <a:lstStyle/>
          <a:p>
            <a:pPr marL="0" indent="0">
              <a:lnSpc>
                <a:spcPts val="6495"/>
              </a:lnSpc>
              <a:buNone/>
            </a:pPr>
            <a:r>
              <a:rPr lang="en-US" sz="5195" dirty="0">
                <a:solidFill>
                  <a:schemeClr val="bg1"/>
                </a:solidFill>
                <a:latin typeface="Open Sans" panose="020B0606030504020204" charset="0"/>
                <a:ea typeface="Poppins" pitchFamily="34" charset="-122"/>
                <a:cs typeface="Open Sans" panose="020B0606030504020204" charset="0"/>
              </a:rPr>
              <a:t>Importance of PageRank</a:t>
            </a:r>
            <a:endParaRPr lang="en-US" sz="5195" dirty="0">
              <a:solidFill>
                <a:schemeClr val="bg1"/>
              </a:solidFill>
              <a:latin typeface="Open Sans" panose="020B0606030504020204" charset="0"/>
              <a:ea typeface="Poppins" pitchFamily="34" charset="-122"/>
              <a:cs typeface="Open Sans" panose="020B0606030504020204" charset="0"/>
            </a:endParaRPr>
          </a:p>
        </p:txBody>
      </p:sp>
      <p:sp>
        <p:nvSpPr>
          <p:cNvPr id="15" name="Text 13"/>
          <p:cNvSpPr/>
          <p:nvPr/>
        </p:nvSpPr>
        <p:spPr>
          <a:xfrm>
            <a:off x="1301790" y="1321633"/>
            <a:ext cx="5336024" cy="824627"/>
          </a:xfrm>
          <a:prstGeom prst="rect">
            <a:avLst/>
          </a:prstGeom>
          <a:noFill/>
        </p:spPr>
        <p:txBody>
          <a:bodyPr wrap="square" rtlCol="0" anchor="t"/>
          <a:lstStyle/>
          <a:p>
            <a:pPr marL="0" indent="0">
              <a:lnSpc>
                <a:spcPts val="3245"/>
              </a:lnSpc>
              <a:buNone/>
            </a:pPr>
            <a:r>
              <a:rPr lang="en-US" sz="2600" b="1" dirty="0">
                <a:solidFill>
                  <a:srgbClr val="B8B6B5"/>
                </a:solidFill>
                <a:latin typeface="Open Sans" panose="020B0606030504020204" charset="0"/>
                <a:ea typeface="Poppins" pitchFamily="34" charset="-122"/>
                <a:cs typeface="Open Sans" panose="020B0606030504020204" charset="0"/>
              </a:rPr>
              <a:t>Influence on Advertising and Marketing Strategies</a:t>
            </a:r>
            <a:endParaRPr lang="en-US" sz="2600" b="1" dirty="0">
              <a:solidFill>
                <a:srgbClr val="B8B6B5"/>
              </a:solidFill>
              <a:latin typeface="Open Sans" panose="020B0606030504020204" charset="0"/>
              <a:ea typeface="Poppins" pitchFamily="34" charset="-122"/>
              <a:cs typeface="Open Sans" panose="020B0606030504020204" charset="0"/>
            </a:endParaRPr>
          </a:p>
        </p:txBody>
      </p:sp>
      <p:sp>
        <p:nvSpPr>
          <p:cNvPr id="16" name="Text 14"/>
          <p:cNvSpPr/>
          <p:nvPr/>
        </p:nvSpPr>
        <p:spPr>
          <a:xfrm>
            <a:off x="1212215" y="2247900"/>
            <a:ext cx="5982970" cy="1813560"/>
          </a:xfrm>
          <a:prstGeom prst="rect">
            <a:avLst/>
          </a:prstGeom>
          <a:noFill/>
        </p:spPr>
        <p:txBody>
          <a:bodyPr wrap="square" rtlCol="0" anchor="t"/>
          <a:lstStyle/>
          <a:p>
            <a:pPr marL="0" indent="0">
              <a:lnSpc>
                <a:spcPts val="3325"/>
              </a:lnSpc>
              <a:buNone/>
            </a:pPr>
            <a:r>
              <a:rPr lang="en-US" sz="2080" dirty="0">
                <a:solidFill>
                  <a:srgbClr val="E5E0DF"/>
                </a:solidFill>
                <a:latin typeface="Open Sans" panose="020B0606030504020204" charset="0"/>
                <a:ea typeface="Roboto" pitchFamily="34" charset="-122"/>
                <a:cs typeface="Open Sans" panose="020B0606030504020204" charset="0"/>
              </a:rPr>
              <a:t>A high PageRank enables businesses to reduce reliance on paid advertising, allocate marketing budgets efficiently, and enhance both organic and paid campaign effectiveness.</a:t>
            </a:r>
            <a:endParaRPr lang="en-US" sz="2080" dirty="0">
              <a:solidFill>
                <a:srgbClr val="E5E0DF"/>
              </a:solidFill>
              <a:latin typeface="Open Sans" panose="020B0606030504020204" charset="0"/>
              <a:ea typeface="Roboto" pitchFamily="34" charset="-122"/>
              <a:cs typeface="Open Sans" panose="020B0606030504020204" charset="0"/>
            </a:endParaRPr>
          </a:p>
        </p:txBody>
      </p:sp>
      <p:sp>
        <p:nvSpPr>
          <p:cNvPr id="19" name="Text 17"/>
          <p:cNvSpPr/>
          <p:nvPr/>
        </p:nvSpPr>
        <p:spPr>
          <a:xfrm>
            <a:off x="8082478" y="1294328"/>
            <a:ext cx="5336024" cy="824627"/>
          </a:xfrm>
          <a:prstGeom prst="rect">
            <a:avLst/>
          </a:prstGeom>
          <a:noFill/>
        </p:spPr>
        <p:txBody>
          <a:bodyPr wrap="square" rtlCol="0" anchor="t"/>
          <a:lstStyle/>
          <a:p>
            <a:pPr marL="0" indent="0">
              <a:lnSpc>
                <a:spcPts val="3245"/>
              </a:lnSpc>
              <a:buNone/>
            </a:pPr>
            <a:r>
              <a:rPr lang="en-US" sz="2600" b="1" dirty="0">
                <a:solidFill>
                  <a:srgbClr val="B8B6B5"/>
                </a:solidFill>
                <a:latin typeface="Open Sans" panose="020B0606030504020204" charset="0"/>
                <a:ea typeface="Poppins" pitchFamily="34" charset="-122"/>
                <a:cs typeface="Open Sans" panose="020B0606030504020204" charset="0"/>
              </a:rPr>
              <a:t>Building a Robust Online Presence</a:t>
            </a:r>
            <a:endParaRPr lang="en-US" sz="2600" b="1" dirty="0">
              <a:solidFill>
                <a:srgbClr val="B8B6B5"/>
              </a:solidFill>
              <a:latin typeface="Open Sans" panose="020B0606030504020204" charset="0"/>
              <a:ea typeface="Poppins" pitchFamily="34" charset="-122"/>
              <a:cs typeface="Open Sans" panose="020B0606030504020204" charset="0"/>
            </a:endParaRPr>
          </a:p>
        </p:txBody>
      </p:sp>
      <p:sp>
        <p:nvSpPr>
          <p:cNvPr id="20" name="Text 18"/>
          <p:cNvSpPr/>
          <p:nvPr/>
        </p:nvSpPr>
        <p:spPr>
          <a:xfrm>
            <a:off x="7993380" y="2230120"/>
            <a:ext cx="5970905" cy="1808480"/>
          </a:xfrm>
          <a:prstGeom prst="rect">
            <a:avLst/>
          </a:prstGeom>
          <a:noFill/>
        </p:spPr>
        <p:txBody>
          <a:bodyPr wrap="square" rtlCol="0" anchor="t"/>
          <a:lstStyle/>
          <a:p>
            <a:pPr marL="0" indent="0">
              <a:lnSpc>
                <a:spcPts val="3325"/>
              </a:lnSpc>
              <a:buNone/>
            </a:pPr>
            <a:r>
              <a:rPr lang="en-US" sz="2080" dirty="0">
                <a:solidFill>
                  <a:srgbClr val="E5E0DF"/>
                </a:solidFill>
                <a:latin typeface="Open Sans" panose="020B0606030504020204" charset="0"/>
                <a:ea typeface="Roboto" pitchFamily="34" charset="-122"/>
                <a:cs typeface="Open Sans" panose="020B0606030504020204" charset="0"/>
              </a:rPr>
              <a:t>PageRank continues to be a cornerstone of SEO and digital marketing, prioritizing relevance, credibility, and quality for mutual benefit of users and website owners.</a:t>
            </a:r>
            <a:endParaRPr lang="en-US" sz="2080" dirty="0">
              <a:solidFill>
                <a:srgbClr val="E5E0DF"/>
              </a:solidFill>
              <a:latin typeface="Open Sans" panose="020B0606030504020204" charset="0"/>
              <a:ea typeface="Roboto" pitchFamily="34" charset="-122"/>
              <a:cs typeface="Open Sans" panose="020B0606030504020204" charset="0"/>
            </a:endParaRPr>
          </a:p>
        </p:txBody>
      </p:sp>
      <p:sp>
        <p:nvSpPr>
          <p:cNvPr id="21" name="Text Box 20"/>
          <p:cNvSpPr txBox="1"/>
          <p:nvPr/>
        </p:nvSpPr>
        <p:spPr>
          <a:xfrm>
            <a:off x="1504950" y="6146800"/>
            <a:ext cx="12459970" cy="1198880"/>
          </a:xfrm>
          <a:prstGeom prst="rect">
            <a:avLst/>
          </a:prstGeom>
          <a:noFill/>
        </p:spPr>
        <p:txBody>
          <a:bodyPr wrap="square" rtlCol="0">
            <a:spAutoFit/>
          </a:bodyPr>
          <a:p>
            <a:r>
              <a:rPr lang="en-US" sz="2400">
                <a:solidFill>
                  <a:srgbClr val="B8B6B5"/>
                </a:solidFill>
                <a:latin typeface="Open Sans" panose="020B0606030504020204" charset="0"/>
                <a:cs typeface="Open Sans" panose="020B0606030504020204" charset="0"/>
              </a:rPr>
              <a:t>The implemented algorithms effectively approximate PageRank values with accuracy, utilizing sampling and iterative methods, though the iterative approach may suffer from efficiency concerns due to repeated calculations until convergence.</a:t>
            </a:r>
            <a:endParaRPr lang="en-US" sz="2400">
              <a:solidFill>
                <a:srgbClr val="B8B6B5"/>
              </a:solidFill>
              <a:latin typeface="Open Sans" panose="020B0606030504020204" charset="0"/>
              <a:cs typeface="Open Sans" panose="020B0606030504020204" charset="0"/>
            </a:endParaRPr>
          </a:p>
        </p:txBody>
      </p:sp>
      <p:sp>
        <p:nvSpPr>
          <p:cNvPr id="22" name="Text Box 21"/>
          <p:cNvSpPr txBox="1"/>
          <p:nvPr/>
        </p:nvSpPr>
        <p:spPr>
          <a:xfrm>
            <a:off x="784860" y="4608830"/>
            <a:ext cx="12724765" cy="1845945"/>
          </a:xfrm>
          <a:prstGeom prst="rect">
            <a:avLst/>
          </a:prstGeom>
          <a:noFill/>
        </p:spPr>
        <p:txBody>
          <a:bodyPr wrap="square" rtlCol="0">
            <a:noAutofit/>
          </a:bodyPr>
          <a:p>
            <a:r>
              <a:rPr lang="en-US" sz="4400">
                <a:solidFill>
                  <a:schemeClr val="bg1"/>
                </a:solidFill>
                <a:latin typeface="Open Sans" panose="020B0606030504020204" charset="0"/>
                <a:cs typeface="Open Sans" panose="020B0606030504020204" charset="0"/>
              </a:rPr>
              <a:t>The accuracy and efficiency of the implemented algorithms</a:t>
            </a:r>
            <a:endParaRPr lang="en-US" sz="4400">
              <a:solidFill>
                <a:schemeClr val="bg1"/>
              </a:solidFill>
              <a:latin typeface="Open Sans" panose="020B0606030504020204" charset="0"/>
              <a:cs typeface="Open Sans" panose="020B0606030504020204" charset="0"/>
            </a:endParaRPr>
          </a:p>
        </p:txBody>
      </p:sp>
      <p:cxnSp>
        <p:nvCxnSpPr>
          <p:cNvPr id="23" name="Straight Connector 22"/>
          <p:cNvCxnSpPr/>
          <p:nvPr/>
        </p:nvCxnSpPr>
        <p:spPr>
          <a:xfrm>
            <a:off x="0" y="4233545"/>
            <a:ext cx="14630400" cy="0"/>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7663815"/>
          </a:xfrm>
          <a:prstGeom prst="rect">
            <a:avLst/>
          </a:prstGeom>
          <a:solidFill>
            <a:srgbClr val="19191A"/>
          </a:solidFill>
        </p:spPr>
        <p:txBody>
          <a:bodyPr/>
          <a:lstStyle/>
          <a:p>
            <a:endParaRPr lang="en-US"/>
          </a:p>
        </p:txBody>
      </p:sp>
      <p:sp>
        <p:nvSpPr>
          <p:cNvPr id="3" name="Shape 1"/>
          <p:cNvSpPr/>
          <p:nvPr/>
        </p:nvSpPr>
        <p:spPr>
          <a:xfrm>
            <a:off x="12700" y="48260"/>
            <a:ext cx="14630400" cy="8181340"/>
          </a:xfrm>
          <a:prstGeom prst="rect">
            <a:avLst/>
          </a:prstGeom>
          <a:solidFill>
            <a:srgbClr val="050505"/>
          </a:solidFill>
        </p:spPr>
        <p:txBody>
          <a:bodyPr/>
          <a:lstStyle/>
          <a:p>
            <a:endParaRPr lang="en-US"/>
          </a:p>
        </p:txBody>
      </p:sp>
      <p:pic>
        <p:nvPicPr>
          <p:cNvPr id="4" name="Image 0" descr="preencoded.png"/>
          <p:cNvPicPr>
            <a:picLocks noChangeAspect="1"/>
          </p:cNvPicPr>
          <p:nvPr/>
        </p:nvPicPr>
        <p:blipFill>
          <a:blip r:embed="rId1"/>
          <a:stretch>
            <a:fillRect/>
          </a:stretch>
        </p:blipFill>
        <p:spPr>
          <a:xfrm>
            <a:off x="9151620" y="0"/>
            <a:ext cx="5486400" cy="8228965"/>
          </a:xfrm>
          <a:prstGeom prst="rect">
            <a:avLst/>
          </a:prstGeom>
        </p:spPr>
      </p:pic>
      <p:sp>
        <p:nvSpPr>
          <p:cNvPr id="5" name="Text 2"/>
          <p:cNvSpPr/>
          <p:nvPr/>
        </p:nvSpPr>
        <p:spPr>
          <a:xfrm>
            <a:off x="989648" y="725805"/>
            <a:ext cx="7164705" cy="1649492"/>
          </a:xfrm>
          <a:prstGeom prst="rect">
            <a:avLst/>
          </a:prstGeom>
          <a:noFill/>
        </p:spPr>
        <p:txBody>
          <a:bodyPr wrap="square" rtlCol="0" anchor="t"/>
          <a:lstStyle/>
          <a:p>
            <a:pPr marL="0" indent="0">
              <a:lnSpc>
                <a:spcPts val="6495"/>
              </a:lnSpc>
              <a:buNone/>
            </a:pPr>
            <a:r>
              <a:rPr lang="en-US" sz="5195" dirty="0">
                <a:solidFill>
                  <a:srgbClr val="F2F2F3"/>
                </a:solidFill>
                <a:latin typeface="Open Sans" panose="020B0606030504020204" charset="0"/>
                <a:ea typeface="Poppins" pitchFamily="34" charset="-122"/>
                <a:cs typeface="Open Sans" panose="020B0606030504020204" charset="0"/>
              </a:rPr>
              <a:t>Limitations of PageRank</a:t>
            </a:r>
            <a:endParaRPr lang="en-US" sz="5195" dirty="0">
              <a:solidFill>
                <a:srgbClr val="F2F2F3"/>
              </a:solidFill>
              <a:latin typeface="Open Sans" panose="020B0606030504020204" charset="0"/>
              <a:ea typeface="Poppins" pitchFamily="34" charset="-122"/>
              <a:cs typeface="Open Sans" panose="020B0606030504020204" charset="0"/>
            </a:endParaRPr>
          </a:p>
        </p:txBody>
      </p:sp>
      <p:sp>
        <p:nvSpPr>
          <p:cNvPr id="6" name="Text 3"/>
          <p:cNvSpPr/>
          <p:nvPr/>
        </p:nvSpPr>
        <p:spPr>
          <a:xfrm>
            <a:off x="1269365" y="2771140"/>
            <a:ext cx="7164705" cy="1877695"/>
          </a:xfrm>
          <a:prstGeom prst="rect">
            <a:avLst/>
          </a:prstGeom>
          <a:noFill/>
        </p:spPr>
        <p:txBody>
          <a:bodyPr wrap="square" rtlCol="0" anchor="t"/>
          <a:lstStyle/>
          <a:p>
            <a:pPr marL="0" indent="0">
              <a:lnSpc>
                <a:spcPts val="3325"/>
              </a:lnSpc>
              <a:buNone/>
            </a:pPr>
            <a:r>
              <a:rPr lang="en-US" sz="2080" dirty="0">
                <a:solidFill>
                  <a:srgbClr val="E5E0DF"/>
                </a:solidFill>
                <a:latin typeface="Open Sans" panose="020B0606030504020204" charset="0"/>
                <a:ea typeface="Roboto" pitchFamily="34" charset="-122"/>
                <a:cs typeface="Open Sans" panose="020B0606030504020204" charset="0"/>
              </a:rPr>
              <a:t>Despite revolutionizing search engine ranking, PageRank faces challenges due to susceptibility to manipulation, prompting the development of sophisticated techniques like machine learning to preserve result integrity.</a:t>
            </a:r>
            <a:endParaRPr lang="en-US" sz="2080" dirty="0">
              <a:solidFill>
                <a:srgbClr val="E5E0DF"/>
              </a:solidFill>
              <a:latin typeface="Open Sans" panose="020B0606030504020204" charset="0"/>
              <a:ea typeface="Roboto" pitchFamily="34" charset="-122"/>
              <a:cs typeface="Open Sans" panose="020B0606030504020204" charset="0"/>
            </a:endParaRPr>
          </a:p>
        </p:txBody>
      </p:sp>
      <p:sp>
        <p:nvSpPr>
          <p:cNvPr id="7" name="Text 4"/>
          <p:cNvSpPr/>
          <p:nvPr/>
        </p:nvSpPr>
        <p:spPr>
          <a:xfrm>
            <a:off x="1134745" y="4829175"/>
            <a:ext cx="7164705" cy="2281555"/>
          </a:xfrm>
          <a:prstGeom prst="rect">
            <a:avLst/>
          </a:prstGeom>
          <a:noFill/>
        </p:spPr>
        <p:txBody>
          <a:bodyPr wrap="square" rtlCol="0" anchor="t"/>
          <a:lstStyle/>
          <a:p>
            <a:pPr marL="0" indent="0">
              <a:lnSpc>
                <a:spcPts val="3325"/>
              </a:lnSpc>
              <a:buNone/>
            </a:pPr>
            <a:r>
              <a:rPr lang="en-US" sz="2080" dirty="0">
                <a:solidFill>
                  <a:srgbClr val="E5E0DF"/>
                </a:solidFill>
                <a:latin typeface="Open Sans" panose="020B0606030504020204" charset="0"/>
                <a:ea typeface="Roboto" pitchFamily="34" charset="-122"/>
                <a:cs typeface="Open Sans" panose="020B0606030504020204" charset="0"/>
              </a:rPr>
              <a:t>PageRank's reliance on link analysis may inadequately assess a webpage's value, especially with rapidly evolving content or niche topics, and it may struggle to incorporate the nuances of social media and user engagement, impacting modern SEO efforts.</a:t>
            </a:r>
            <a:endParaRPr lang="en-US" sz="2080" dirty="0">
              <a:solidFill>
                <a:srgbClr val="E5E0DF"/>
              </a:solidFill>
              <a:latin typeface="Open Sans" panose="020B0606030504020204" charset="0"/>
              <a:ea typeface="Roboto" pitchFamily="34" charset="-122"/>
              <a:cs typeface="Open Sans" panose="020B060603050402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2" name="Title 1"/>
          <p:cNvSpPr>
            <a:spLocks noGrp="1"/>
          </p:cNvSpPr>
          <p:nvPr>
            <p:ph type="title"/>
          </p:nvPr>
        </p:nvSpPr>
        <p:spPr>
          <a:xfrm>
            <a:off x="127000" y="1715770"/>
            <a:ext cx="7803515" cy="5662930"/>
          </a:xfrm>
        </p:spPr>
        <p:txBody>
          <a:bodyPr/>
          <a:p>
            <a:pPr algn="just"/>
            <a:r>
              <a:rPr lang="en-US" sz="2800">
                <a:solidFill>
                  <a:srgbClr val="B8B6B5"/>
                </a:solidFill>
                <a:latin typeface="Open Sans" panose="020B0606030504020204" charset="0"/>
                <a:cs typeface="Open Sans" panose="020B0606030504020204" charset="0"/>
              </a:rPr>
              <a:t>PageRank, created by Larry Page and Sergey Brin, revolutionized web search by prioritizing relevance and trust. However, it faces challenges like susceptibility to manipulation and struggles to keep pace with internet evolution. Solutions include sampling and iteration, albeit time-consuming. Despite SEO advancements, PageRank remains vital, shaping online marketing strategies and emphasizing the need for trustworthy content.</a:t>
            </a:r>
            <a:endParaRPr lang="en-US" sz="2800">
              <a:solidFill>
                <a:srgbClr val="B8B6B5"/>
              </a:solidFill>
              <a:latin typeface="Open Sans" panose="020B0606030504020204" charset="0"/>
              <a:cs typeface="Open Sans" panose="020B0606030504020204" charset="0"/>
            </a:endParaRPr>
          </a:p>
        </p:txBody>
      </p:sp>
      <p:pic>
        <p:nvPicPr>
          <p:cNvPr id="100" name="Picture 99"/>
          <p:cNvPicPr/>
          <p:nvPr/>
        </p:nvPicPr>
        <p:blipFill>
          <a:blip/>
          <a:stretch>
            <a:fillRect/>
          </a:stretch>
        </p:blipFill>
        <p:spPr>
          <a:xfrm>
            <a:off x="7124700" y="3924300"/>
            <a:ext cx="381000" cy="381000"/>
          </a:xfrm>
          <a:prstGeom prst="rect">
            <a:avLst/>
          </a:prstGeom>
          <a:noFill/>
          <a:ln w="9525">
            <a:noFill/>
          </a:ln>
        </p:spPr>
      </p:pic>
      <p:sp>
        <p:nvSpPr>
          <p:cNvPr id="10" name="Text Box 9"/>
          <p:cNvSpPr txBox="1"/>
          <p:nvPr/>
        </p:nvSpPr>
        <p:spPr>
          <a:xfrm>
            <a:off x="375920" y="393700"/>
            <a:ext cx="7054850" cy="1198880"/>
          </a:xfrm>
          <a:prstGeom prst="rect">
            <a:avLst/>
          </a:prstGeom>
          <a:noFill/>
        </p:spPr>
        <p:txBody>
          <a:bodyPr wrap="square" rtlCol="0">
            <a:spAutoFit/>
          </a:bodyPr>
          <a:p>
            <a:r>
              <a:rPr lang="en-US" sz="7200">
                <a:solidFill>
                  <a:schemeClr val="bg1"/>
                </a:solidFill>
              </a:rPr>
              <a:t>Conclusion</a:t>
            </a:r>
            <a:endParaRPr lang="en-US" sz="7200">
              <a:solidFill>
                <a:schemeClr val="bg1"/>
              </a:solidFill>
            </a:endParaRPr>
          </a:p>
        </p:txBody>
      </p:sp>
      <p:pic>
        <p:nvPicPr>
          <p:cNvPr id="11" name="Image 0" descr="preencoded.png"/>
          <p:cNvPicPr>
            <a:picLocks noChangeAspect="1"/>
          </p:cNvPicPr>
          <p:nvPr>
            <p:ph idx="1"/>
          </p:nvPr>
        </p:nvPicPr>
        <p:blipFill>
          <a:blip r:embed="rId1"/>
          <a:stretch>
            <a:fillRect/>
          </a:stretch>
        </p:blipFill>
        <p:spPr>
          <a:xfrm>
            <a:off x="9094470" y="0"/>
            <a:ext cx="5523230" cy="8229600"/>
          </a:xfrm>
          <a:prstGeom prst="rect">
            <a:avLst/>
          </a:prstGeom>
        </p:spPr>
      </p:pic>
    </p:spTree>
  </p:cSld>
  <p:clrMapOvr>
    <a:masterClrMapping/>
  </p:clrMapOvr>
</p:sld>
</file>

<file path=ppt/theme/theme1.xml><?xml version="1.0" encoding="utf-8"?>
<a:theme xmlns:a="http://schemas.openxmlformats.org/drawingml/2006/main" name="Default Design">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6170</Words>
  <Application>WPS Presentation</Application>
  <PresentationFormat>Custom</PresentationFormat>
  <Paragraphs>114</Paragraphs>
  <Slides>10</Slides>
  <Notes>21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10</vt:i4>
      </vt:variant>
    </vt:vector>
  </HeadingPairs>
  <TitlesOfParts>
    <vt:vector size="25" baseType="lpstr">
      <vt:lpstr>Arial</vt:lpstr>
      <vt:lpstr>SimSun</vt:lpstr>
      <vt:lpstr>Wingdings</vt:lpstr>
      <vt:lpstr>Open Sans</vt:lpstr>
      <vt:lpstr>Poppins</vt:lpstr>
      <vt:lpstr>Roboto</vt:lpstr>
      <vt:lpstr>Times New Roman</vt:lpstr>
      <vt:lpstr>Microsoft YaHei</vt:lpstr>
      <vt:lpstr>Arial Unicode MS</vt:lpstr>
      <vt:lpstr>Aptos</vt:lpstr>
      <vt:lpstr>Segoe Print</vt:lpstr>
      <vt:lpstr>Calibri</vt:lpstr>
      <vt:lpstr>Aldhabi</vt:lpstr>
      <vt:lpstr>BatangChe</vt:lpstr>
      <vt:lpstr>Default Design</vt:lpstr>
      <vt:lpstr>PowerPoint 演示文稿</vt:lpstr>
      <vt:lpstr>PowerPoint 演示文稿</vt:lpstr>
      <vt:lpstr>PowerPoint 演示文稿</vt:lpstr>
      <vt:lpstr>PowerPoint 演示文稿</vt:lpstr>
      <vt:lpstr>PowerPoint 演示文稿</vt:lpstr>
      <vt:lpstr>PowerPoint 演示文稿</vt:lpstr>
      <vt:lpstr>Methods The code features various functions for computing PageRank scores. The main function initiates the program, prompting users for a directory path with HTML pages. It employs the crawl function to extract links, constructing a corpus of interconnected web pages.</vt:lpstr>
      <vt:lpstr>PowerPoint 演示文稿</vt:lpstr>
      <vt:lpstr>PowerPoint 演示文稿</vt:lpstr>
      <vt:lpstr>PageRank, created by Larry Page and Sergey Brin, revolutionized web search by prioritizing relevance and trust. However, it faces challenges like susceptibility to manipulation and struggles to keep pace with internet evolution. Solutions include sampling and iteration, albeit time-consuming. Despite SEO advancements, PageRank remains vital, shaping online marketing strategies and emphasizing the need for trustworthy content.</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dell</cp:lastModifiedBy>
  <cp:revision>9</cp:revision>
  <dcterms:created xsi:type="dcterms:W3CDTF">2024-05-15T21:30:00Z</dcterms:created>
  <dcterms:modified xsi:type="dcterms:W3CDTF">2024-05-16T18:25:46Z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01857150B4C24E8F9CCBD07E774C8C7C_12</vt:lpwstr>
  </property>
  <property fmtid="{D5CDD505-2E9C-101B-9397-08002B2CF9AE}" pid="3" name="KSOProductBuildVer">
    <vt:lpwstr>1033-12.2.0.16909</vt:lpwstr>
  </property>
</Properties>
</file>